
<file path=[Content_Types].xml><?xml version="1.0" encoding="utf-8"?>
<Types xmlns="http://schemas.openxmlformats.org/package/2006/content-types">
  <Default Extension="F6AD4E00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65" r:id="rId2"/>
    <p:sldId id="318" r:id="rId3"/>
    <p:sldId id="291" r:id="rId4"/>
    <p:sldId id="256" r:id="rId5"/>
    <p:sldId id="257" r:id="rId6"/>
    <p:sldId id="297" r:id="rId7"/>
    <p:sldId id="261" r:id="rId8"/>
    <p:sldId id="299" r:id="rId9"/>
    <p:sldId id="300" r:id="rId10"/>
    <p:sldId id="301" r:id="rId11"/>
    <p:sldId id="302" r:id="rId12"/>
    <p:sldId id="303" r:id="rId13"/>
    <p:sldId id="262" r:id="rId14"/>
    <p:sldId id="264" r:id="rId15"/>
    <p:sldId id="266" r:id="rId16"/>
    <p:sldId id="267" r:id="rId17"/>
    <p:sldId id="288" r:id="rId18"/>
    <p:sldId id="269" r:id="rId19"/>
    <p:sldId id="270" r:id="rId20"/>
    <p:sldId id="272" r:id="rId21"/>
    <p:sldId id="273" r:id="rId22"/>
    <p:sldId id="275" r:id="rId23"/>
    <p:sldId id="276" r:id="rId24"/>
    <p:sldId id="277" r:id="rId25"/>
    <p:sldId id="280" r:id="rId26"/>
    <p:sldId id="281" r:id="rId27"/>
    <p:sldId id="282" r:id="rId28"/>
    <p:sldId id="283" r:id="rId29"/>
    <p:sldId id="284" r:id="rId30"/>
    <p:sldId id="296" r:id="rId31"/>
    <p:sldId id="286" r:id="rId32"/>
    <p:sldId id="289" r:id="rId33"/>
    <p:sldId id="292" r:id="rId34"/>
    <p:sldId id="290" r:id="rId35"/>
    <p:sldId id="293" r:id="rId36"/>
    <p:sldId id="294" r:id="rId37"/>
    <p:sldId id="295" r:id="rId38"/>
    <p:sldId id="304" r:id="rId39"/>
    <p:sldId id="305" r:id="rId40"/>
    <p:sldId id="307" r:id="rId41"/>
    <p:sldId id="308" r:id="rId42"/>
    <p:sldId id="309" r:id="rId43"/>
    <p:sldId id="310" r:id="rId44"/>
    <p:sldId id="311" r:id="rId45"/>
    <p:sldId id="313" r:id="rId46"/>
    <p:sldId id="306" r:id="rId47"/>
    <p:sldId id="312" r:id="rId48"/>
    <p:sldId id="314" r:id="rId49"/>
    <p:sldId id="315" r:id="rId50"/>
    <p:sldId id="316" r:id="rId51"/>
    <p:sldId id="317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lekoppa, Shidlingayya" userId="87b2455b-f068-46d1-82f6-ecda64ed59a5" providerId="ADAL" clId="{A2078572-E413-4197-A58A-6AC690D7F475}"/>
    <pc:docChg chg="modSld">
      <pc:chgData name="Gorlekoppa, Shidlingayya" userId="87b2455b-f068-46d1-82f6-ecda64ed59a5" providerId="ADAL" clId="{A2078572-E413-4197-A58A-6AC690D7F475}" dt="2022-04-19T01:49:29.952" v="27" actId="20577"/>
      <pc:docMkLst>
        <pc:docMk/>
      </pc:docMkLst>
      <pc:sldChg chg="modSp mod">
        <pc:chgData name="Gorlekoppa, Shidlingayya" userId="87b2455b-f068-46d1-82f6-ecda64ed59a5" providerId="ADAL" clId="{A2078572-E413-4197-A58A-6AC690D7F475}" dt="2022-04-19T01:23:13.584" v="1" actId="1076"/>
        <pc:sldMkLst>
          <pc:docMk/>
          <pc:sldMk cId="2563929505" sldId="257"/>
        </pc:sldMkLst>
        <pc:picChg chg="mod">
          <ac:chgData name="Gorlekoppa, Shidlingayya" userId="87b2455b-f068-46d1-82f6-ecda64ed59a5" providerId="ADAL" clId="{A2078572-E413-4197-A58A-6AC690D7F475}" dt="2022-04-19T01:23:13.584" v="1" actId="1076"/>
          <ac:picMkLst>
            <pc:docMk/>
            <pc:sldMk cId="2563929505" sldId="257"/>
            <ac:picMk id="5" creationId="{00000000-0000-0000-0000-000000000000}"/>
          </ac:picMkLst>
        </pc:picChg>
      </pc:sldChg>
      <pc:sldChg chg="modSp mod">
        <pc:chgData name="Gorlekoppa, Shidlingayya" userId="87b2455b-f068-46d1-82f6-ecda64ed59a5" providerId="ADAL" clId="{A2078572-E413-4197-A58A-6AC690D7F475}" dt="2022-04-19T01:32:10.860" v="13" actId="20577"/>
        <pc:sldMkLst>
          <pc:docMk/>
          <pc:sldMk cId="642299401" sldId="259"/>
        </pc:sldMkLst>
        <pc:spChg chg="mod">
          <ac:chgData name="Gorlekoppa, Shidlingayya" userId="87b2455b-f068-46d1-82f6-ecda64ed59a5" providerId="ADAL" clId="{A2078572-E413-4197-A58A-6AC690D7F475}" dt="2022-04-19T01:32:10.860" v="13" actId="20577"/>
          <ac:spMkLst>
            <pc:docMk/>
            <pc:sldMk cId="642299401" sldId="259"/>
            <ac:spMk id="9" creationId="{00000000-0000-0000-0000-000000000000}"/>
          </ac:spMkLst>
        </pc:spChg>
        <pc:picChg chg="mod">
          <ac:chgData name="Gorlekoppa, Shidlingayya" userId="87b2455b-f068-46d1-82f6-ecda64ed59a5" providerId="ADAL" clId="{A2078572-E413-4197-A58A-6AC690D7F475}" dt="2022-04-19T01:32:02.417" v="6" actId="14100"/>
          <ac:picMkLst>
            <pc:docMk/>
            <pc:sldMk cId="642299401" sldId="259"/>
            <ac:picMk id="5" creationId="{00000000-0000-0000-0000-000000000000}"/>
          </ac:picMkLst>
        </pc:picChg>
      </pc:sldChg>
      <pc:sldChg chg="modSp mod">
        <pc:chgData name="Gorlekoppa, Shidlingayya" userId="87b2455b-f068-46d1-82f6-ecda64ed59a5" providerId="ADAL" clId="{A2078572-E413-4197-A58A-6AC690D7F475}" dt="2022-04-19T01:47:56.683" v="23" actId="20577"/>
        <pc:sldMkLst>
          <pc:docMk/>
          <pc:sldMk cId="2004205863" sldId="272"/>
        </pc:sldMkLst>
        <pc:spChg chg="mod">
          <ac:chgData name="Gorlekoppa, Shidlingayya" userId="87b2455b-f068-46d1-82f6-ecda64ed59a5" providerId="ADAL" clId="{A2078572-E413-4197-A58A-6AC690D7F475}" dt="2022-04-19T01:47:56.683" v="23" actId="20577"/>
          <ac:spMkLst>
            <pc:docMk/>
            <pc:sldMk cId="2004205863" sldId="272"/>
            <ac:spMk id="6" creationId="{00000000-0000-0000-0000-000000000000}"/>
          </ac:spMkLst>
        </pc:spChg>
      </pc:sldChg>
      <pc:sldChg chg="modSp mod">
        <pc:chgData name="Gorlekoppa, Shidlingayya" userId="87b2455b-f068-46d1-82f6-ecda64ed59a5" providerId="ADAL" clId="{A2078572-E413-4197-A58A-6AC690D7F475}" dt="2022-04-19T01:48:57.268" v="26" actId="14100"/>
        <pc:sldMkLst>
          <pc:docMk/>
          <pc:sldMk cId="3899053376" sldId="275"/>
        </pc:sldMkLst>
        <pc:spChg chg="mod">
          <ac:chgData name="Gorlekoppa, Shidlingayya" userId="87b2455b-f068-46d1-82f6-ecda64ed59a5" providerId="ADAL" clId="{A2078572-E413-4197-A58A-6AC690D7F475}" dt="2022-04-19T01:48:57.268" v="26" actId="14100"/>
          <ac:spMkLst>
            <pc:docMk/>
            <pc:sldMk cId="3899053376" sldId="275"/>
            <ac:spMk id="8" creationId="{09AA7179-62DA-4992-94A9-133445D6862B}"/>
          </ac:spMkLst>
        </pc:spChg>
      </pc:sldChg>
      <pc:sldChg chg="modSp mod">
        <pc:chgData name="Gorlekoppa, Shidlingayya" userId="87b2455b-f068-46d1-82f6-ecda64ed59a5" providerId="ADAL" clId="{A2078572-E413-4197-A58A-6AC690D7F475}" dt="2022-04-19T01:49:29.952" v="27" actId="20577"/>
        <pc:sldMkLst>
          <pc:docMk/>
          <pc:sldMk cId="2315177520" sldId="276"/>
        </pc:sldMkLst>
        <pc:spChg chg="mod">
          <ac:chgData name="Gorlekoppa, Shidlingayya" userId="87b2455b-f068-46d1-82f6-ecda64ed59a5" providerId="ADAL" clId="{A2078572-E413-4197-A58A-6AC690D7F475}" dt="2022-04-19T01:49:29.952" v="27" actId="20577"/>
          <ac:spMkLst>
            <pc:docMk/>
            <pc:sldMk cId="2315177520" sldId="276"/>
            <ac:spMk id="2" creationId="{00000000-0000-0000-0000-000000000000}"/>
          </ac:spMkLst>
        </pc:spChg>
      </pc:sldChg>
    </pc:docChg>
  </pc:docChgLst>
  <pc:docChgLst>
    <pc:chgData name="Shidlingayya" userId="87b2455b-f068-46d1-82f6-ecda64ed59a5" providerId="ADAL" clId="{B6F04373-C561-459D-A31F-AB44FEC042B7}"/>
    <pc:docChg chg="undo custSel addSld delSld modSld sldOrd">
      <pc:chgData name="Shidlingayya" userId="87b2455b-f068-46d1-82f6-ecda64ed59a5" providerId="ADAL" clId="{B6F04373-C561-459D-A31F-AB44FEC042B7}" dt="2022-01-01T03:57:20.592" v="1977"/>
      <pc:docMkLst>
        <pc:docMk/>
      </pc:docMkLst>
      <pc:sldChg chg="modSp mod">
        <pc:chgData name="Shidlingayya" userId="87b2455b-f068-46d1-82f6-ecda64ed59a5" providerId="ADAL" clId="{B6F04373-C561-459D-A31F-AB44FEC042B7}" dt="2021-12-31T14:10:20.913" v="231" actId="20577"/>
        <pc:sldMkLst>
          <pc:docMk/>
          <pc:sldMk cId="2127238059" sldId="256"/>
        </pc:sldMkLst>
        <pc:spChg chg="mod">
          <ac:chgData name="Shidlingayya" userId="87b2455b-f068-46d1-82f6-ecda64ed59a5" providerId="ADAL" clId="{B6F04373-C561-459D-A31F-AB44FEC042B7}" dt="2021-12-31T14:10:20.913" v="231" actId="20577"/>
          <ac:spMkLst>
            <pc:docMk/>
            <pc:sldMk cId="2127238059" sldId="256"/>
            <ac:spMk id="9" creationId="{00000000-0000-0000-0000-000000000000}"/>
          </ac:spMkLst>
        </pc:spChg>
      </pc:sldChg>
      <pc:sldChg chg="modSp mod">
        <pc:chgData name="Shidlingayya" userId="87b2455b-f068-46d1-82f6-ecda64ed59a5" providerId="ADAL" clId="{B6F04373-C561-459D-A31F-AB44FEC042B7}" dt="2021-12-31T13:52:12.717" v="2" actId="1036"/>
        <pc:sldMkLst>
          <pc:docMk/>
          <pc:sldMk cId="2563929505" sldId="257"/>
        </pc:sldMkLst>
        <pc:spChg chg="mod">
          <ac:chgData name="Shidlingayya" userId="87b2455b-f068-46d1-82f6-ecda64ed59a5" providerId="ADAL" clId="{B6F04373-C561-459D-A31F-AB44FEC042B7}" dt="2021-12-31T13:52:12.717" v="2" actId="1036"/>
          <ac:spMkLst>
            <pc:docMk/>
            <pc:sldMk cId="2563929505" sldId="257"/>
            <ac:spMk id="9" creationId="{00000000-0000-0000-0000-000000000000}"/>
          </ac:spMkLst>
        </pc:spChg>
      </pc:sldChg>
      <pc:sldChg chg="add del">
        <pc:chgData name="Shidlingayya" userId="87b2455b-f068-46d1-82f6-ecda64ed59a5" providerId="ADAL" clId="{B6F04373-C561-459D-A31F-AB44FEC042B7}" dt="2021-12-31T14:10:38.865" v="233" actId="2696"/>
        <pc:sldMkLst>
          <pc:docMk/>
          <pc:sldMk cId="4286543109" sldId="260"/>
        </pc:sldMkLst>
      </pc:sldChg>
      <pc:sldChg chg="addSp delSp modSp add mod">
        <pc:chgData name="Shidlingayya" userId="87b2455b-f068-46d1-82f6-ecda64ed59a5" providerId="ADAL" clId="{B6F04373-C561-459D-A31F-AB44FEC042B7}" dt="2021-12-31T14:40:15.065" v="426" actId="14100"/>
        <pc:sldMkLst>
          <pc:docMk/>
          <pc:sldMk cId="22217176" sldId="274"/>
        </pc:sldMkLst>
        <pc:spChg chg="mod">
          <ac:chgData name="Shidlingayya" userId="87b2455b-f068-46d1-82f6-ecda64ed59a5" providerId="ADAL" clId="{B6F04373-C561-459D-A31F-AB44FEC042B7}" dt="2021-12-31T14:35:24.839" v="413" actId="14100"/>
          <ac:spMkLst>
            <pc:docMk/>
            <pc:sldMk cId="22217176" sldId="274"/>
            <ac:spMk id="9" creationId="{00000000-0000-0000-0000-000000000000}"/>
          </ac:spMkLst>
        </pc:spChg>
        <pc:picChg chg="del">
          <ac:chgData name="Shidlingayya" userId="87b2455b-f068-46d1-82f6-ecda64ed59a5" providerId="ADAL" clId="{B6F04373-C561-459D-A31F-AB44FEC042B7}" dt="2021-12-31T14:10:46.896" v="235" actId="478"/>
          <ac:picMkLst>
            <pc:docMk/>
            <pc:sldMk cId="22217176" sldId="274"/>
            <ac:picMk id="3" creationId="{00000000-0000-0000-0000-000000000000}"/>
          </ac:picMkLst>
        </pc:picChg>
        <pc:picChg chg="add mod">
          <ac:chgData name="Shidlingayya" userId="87b2455b-f068-46d1-82f6-ecda64ed59a5" providerId="ADAL" clId="{B6F04373-C561-459D-A31F-AB44FEC042B7}" dt="2021-12-31T14:40:15.065" v="426" actId="14100"/>
          <ac:picMkLst>
            <pc:docMk/>
            <pc:sldMk cId="22217176" sldId="274"/>
            <ac:picMk id="5" creationId="{AA7FF696-7149-471E-8BD8-415CECF6680A}"/>
          </ac:picMkLst>
        </pc:picChg>
        <pc:picChg chg="del">
          <ac:chgData name="Shidlingayya" userId="87b2455b-f068-46d1-82f6-ecda64ed59a5" providerId="ADAL" clId="{B6F04373-C561-459D-A31F-AB44FEC042B7}" dt="2021-12-31T14:10:49.398" v="236" actId="478"/>
          <ac:picMkLst>
            <pc:docMk/>
            <pc:sldMk cId="22217176" sldId="274"/>
            <ac:picMk id="6" creationId="{00000000-0000-0000-0000-000000000000}"/>
          </ac:picMkLst>
        </pc:picChg>
      </pc:sldChg>
      <pc:sldChg chg="addSp delSp modSp add del mod">
        <pc:chgData name="Shidlingayya" userId="87b2455b-f068-46d1-82f6-ecda64ed59a5" providerId="ADAL" clId="{B6F04373-C561-459D-A31F-AB44FEC042B7}" dt="2021-12-31T14:09:55.946" v="158" actId="2890"/>
        <pc:sldMkLst>
          <pc:docMk/>
          <pc:sldMk cId="3633666270" sldId="274"/>
        </pc:sldMkLst>
        <pc:picChg chg="add del mod">
          <ac:chgData name="Shidlingayya" userId="87b2455b-f068-46d1-82f6-ecda64ed59a5" providerId="ADAL" clId="{B6F04373-C561-459D-A31F-AB44FEC042B7}" dt="2021-12-31T14:09:55.391" v="157" actId="1076"/>
          <ac:picMkLst>
            <pc:docMk/>
            <pc:sldMk cId="3633666270" sldId="274"/>
            <ac:picMk id="6" creationId="{00000000-0000-0000-0000-000000000000}"/>
          </ac:picMkLst>
        </pc:picChg>
      </pc:sldChg>
      <pc:sldChg chg="addSp delSp modSp add mod">
        <pc:chgData name="Shidlingayya" userId="87b2455b-f068-46d1-82f6-ecda64ed59a5" providerId="ADAL" clId="{B6F04373-C561-459D-A31F-AB44FEC042B7}" dt="2021-12-31T15:13:29.974" v="972" actId="108"/>
        <pc:sldMkLst>
          <pc:docMk/>
          <pc:sldMk cId="3899053376" sldId="275"/>
        </pc:sldMkLst>
        <pc:spChg chg="mod">
          <ac:chgData name="Shidlingayya" userId="87b2455b-f068-46d1-82f6-ecda64ed59a5" providerId="ADAL" clId="{B6F04373-C561-459D-A31F-AB44FEC042B7}" dt="2021-12-31T15:07:26.733" v="434" actId="20577"/>
          <ac:spMkLst>
            <pc:docMk/>
            <pc:sldMk cId="3899053376" sldId="275"/>
            <ac:spMk id="2" creationId="{00000000-0000-0000-0000-000000000000}"/>
          </ac:spMkLst>
        </pc:spChg>
        <pc:spChg chg="add mod">
          <ac:chgData name="Shidlingayya" userId="87b2455b-f068-46d1-82f6-ecda64ed59a5" providerId="ADAL" clId="{B6F04373-C561-459D-A31F-AB44FEC042B7}" dt="2021-12-31T15:10:00.541" v="865" actId="20577"/>
          <ac:spMkLst>
            <pc:docMk/>
            <pc:sldMk cId="3899053376" sldId="275"/>
            <ac:spMk id="8" creationId="{09AA7179-62DA-4992-94A9-133445D6862B}"/>
          </ac:spMkLst>
        </pc:spChg>
        <pc:spChg chg="mod">
          <ac:chgData name="Shidlingayya" userId="87b2455b-f068-46d1-82f6-ecda64ed59a5" providerId="ADAL" clId="{B6F04373-C561-459D-A31F-AB44FEC042B7}" dt="2021-12-31T15:08:04.533" v="555" actId="20577"/>
          <ac:spMkLst>
            <pc:docMk/>
            <pc:sldMk cId="3899053376" sldId="275"/>
            <ac:spMk id="11" creationId="{00000000-0000-0000-0000-000000000000}"/>
          </ac:spMkLst>
        </pc:spChg>
        <pc:picChg chg="del">
          <ac:chgData name="Shidlingayya" userId="87b2455b-f068-46d1-82f6-ecda64ed59a5" providerId="ADAL" clId="{B6F04373-C561-459D-A31F-AB44FEC042B7}" dt="2021-12-31T15:07:28.672" v="435" actId="478"/>
          <ac:picMkLst>
            <pc:docMk/>
            <pc:sldMk cId="3899053376" sldId="275"/>
            <ac:picMk id="4" creationId="{00000000-0000-0000-0000-000000000000}"/>
          </ac:picMkLst>
        </pc:picChg>
        <pc:picChg chg="add mod">
          <ac:chgData name="Shidlingayya" userId="87b2455b-f068-46d1-82f6-ecda64ed59a5" providerId="ADAL" clId="{B6F04373-C561-459D-A31F-AB44FEC042B7}" dt="2021-12-31T15:13:29.974" v="972" actId="108"/>
          <ac:picMkLst>
            <pc:docMk/>
            <pc:sldMk cId="3899053376" sldId="275"/>
            <ac:picMk id="5" creationId="{B6B72546-2C5C-4DE8-97CB-83B9E9BCE8B5}"/>
          </ac:picMkLst>
        </pc:picChg>
      </pc:sldChg>
      <pc:sldChg chg="addSp delSp modSp add mod">
        <pc:chgData name="Shidlingayya" userId="87b2455b-f068-46d1-82f6-ecda64ed59a5" providerId="ADAL" clId="{B6F04373-C561-459D-A31F-AB44FEC042B7}" dt="2021-12-31T15:40:11.751" v="1570" actId="113"/>
        <pc:sldMkLst>
          <pc:docMk/>
          <pc:sldMk cId="2315177520" sldId="276"/>
        </pc:sldMkLst>
        <pc:spChg chg="mod">
          <ac:chgData name="Shidlingayya" userId="87b2455b-f068-46d1-82f6-ecda64ed59a5" providerId="ADAL" clId="{B6F04373-C561-459D-A31F-AB44FEC042B7}" dt="2021-12-31T15:40:11.751" v="1570" actId="113"/>
          <ac:spMkLst>
            <pc:docMk/>
            <pc:sldMk cId="2315177520" sldId="276"/>
            <ac:spMk id="2" creationId="{00000000-0000-0000-0000-000000000000}"/>
          </ac:spMkLst>
        </pc:spChg>
        <pc:spChg chg="add mod">
          <ac:chgData name="Shidlingayya" userId="87b2455b-f068-46d1-82f6-ecda64ed59a5" providerId="ADAL" clId="{B6F04373-C561-459D-A31F-AB44FEC042B7}" dt="2021-12-31T15:17:51.101" v="1133"/>
          <ac:spMkLst>
            <pc:docMk/>
            <pc:sldMk cId="2315177520" sldId="276"/>
            <ac:spMk id="7" creationId="{D33EE108-23D3-4CCC-A169-D09E83C65F5D}"/>
          </ac:spMkLst>
        </pc:spChg>
        <pc:spChg chg="del">
          <ac:chgData name="Shidlingayya" userId="87b2455b-f068-46d1-82f6-ecda64ed59a5" providerId="ADAL" clId="{B6F04373-C561-459D-A31F-AB44FEC042B7}" dt="2021-12-31T15:10:37.248" v="868" actId="478"/>
          <ac:spMkLst>
            <pc:docMk/>
            <pc:sldMk cId="2315177520" sldId="276"/>
            <ac:spMk id="8" creationId="{09AA7179-62DA-4992-94A9-133445D6862B}"/>
          </ac:spMkLst>
        </pc:spChg>
        <pc:spChg chg="add mod">
          <ac:chgData name="Shidlingayya" userId="87b2455b-f068-46d1-82f6-ecda64ed59a5" providerId="ADAL" clId="{B6F04373-C561-459D-A31F-AB44FEC042B7}" dt="2021-12-31T15:20:59.175" v="1214" actId="20577"/>
          <ac:spMkLst>
            <pc:docMk/>
            <pc:sldMk cId="2315177520" sldId="276"/>
            <ac:spMk id="10" creationId="{5FB31683-95B6-4AAD-A31D-70DA7283D0C5}"/>
          </ac:spMkLst>
        </pc:spChg>
        <pc:spChg chg="del">
          <ac:chgData name="Shidlingayya" userId="87b2455b-f068-46d1-82f6-ecda64ed59a5" providerId="ADAL" clId="{B6F04373-C561-459D-A31F-AB44FEC042B7}" dt="2021-12-31T15:12:17.705" v="878" actId="478"/>
          <ac:spMkLst>
            <pc:docMk/>
            <pc:sldMk cId="2315177520" sldId="276"/>
            <ac:spMk id="11" creationId="{00000000-0000-0000-0000-000000000000}"/>
          </ac:spMkLst>
        </pc:spChg>
        <pc:picChg chg="add mod">
          <ac:chgData name="Shidlingayya" userId="87b2455b-f068-46d1-82f6-ecda64ed59a5" providerId="ADAL" clId="{B6F04373-C561-459D-A31F-AB44FEC042B7}" dt="2021-12-31T15:20:05.465" v="1157" actId="14100"/>
          <ac:picMkLst>
            <pc:docMk/>
            <pc:sldMk cId="2315177520" sldId="276"/>
            <ac:picMk id="4" creationId="{8FAA7F99-4A49-41FA-B161-5C41868471BE}"/>
          </ac:picMkLst>
        </pc:picChg>
        <pc:picChg chg="del">
          <ac:chgData name="Shidlingayya" userId="87b2455b-f068-46d1-82f6-ecda64ed59a5" providerId="ADAL" clId="{B6F04373-C561-459D-A31F-AB44FEC042B7}" dt="2021-12-31T15:10:34.807" v="867" actId="478"/>
          <ac:picMkLst>
            <pc:docMk/>
            <pc:sldMk cId="2315177520" sldId="276"/>
            <ac:picMk id="5" creationId="{B6B72546-2C5C-4DE8-97CB-83B9E9BCE8B5}"/>
          </ac:picMkLst>
        </pc:picChg>
        <pc:picChg chg="add mod">
          <ac:chgData name="Shidlingayya" userId="87b2455b-f068-46d1-82f6-ecda64ed59a5" providerId="ADAL" clId="{B6F04373-C561-459D-A31F-AB44FEC042B7}" dt="2021-12-31T15:20:02.847" v="1156" actId="14100"/>
          <ac:picMkLst>
            <pc:docMk/>
            <pc:sldMk cId="2315177520" sldId="276"/>
            <ac:picMk id="12" creationId="{719C9BA4-C67B-4078-BF96-C5B7B461BFD6}"/>
          </ac:picMkLst>
        </pc:picChg>
      </pc:sldChg>
      <pc:sldChg chg="addSp delSp modSp add mod">
        <pc:chgData name="Shidlingayya" userId="87b2455b-f068-46d1-82f6-ecda64ed59a5" providerId="ADAL" clId="{B6F04373-C561-459D-A31F-AB44FEC042B7}" dt="2021-12-31T15:39:53.478" v="1566" actId="108"/>
        <pc:sldMkLst>
          <pc:docMk/>
          <pc:sldMk cId="2632517678" sldId="277"/>
        </pc:sldMkLst>
        <pc:spChg chg="mod">
          <ac:chgData name="Shidlingayya" userId="87b2455b-f068-46d1-82f6-ecda64ed59a5" providerId="ADAL" clId="{B6F04373-C561-459D-A31F-AB44FEC042B7}" dt="2021-12-31T15:35:06.465" v="1242" actId="313"/>
          <ac:spMkLst>
            <pc:docMk/>
            <pc:sldMk cId="2632517678" sldId="277"/>
            <ac:spMk id="2" creationId="{00000000-0000-0000-0000-000000000000}"/>
          </ac:spMkLst>
        </pc:spChg>
        <pc:spChg chg="mod">
          <ac:chgData name="Shidlingayya" userId="87b2455b-f068-46d1-82f6-ecda64ed59a5" providerId="ADAL" clId="{B6F04373-C561-459D-A31F-AB44FEC042B7}" dt="2021-12-31T15:38:43.292" v="1561" actId="20577"/>
          <ac:spMkLst>
            <pc:docMk/>
            <pc:sldMk cId="2632517678" sldId="277"/>
            <ac:spMk id="7" creationId="{D33EE108-23D3-4CCC-A169-D09E83C65F5D}"/>
          </ac:spMkLst>
        </pc:spChg>
        <pc:spChg chg="del mod">
          <ac:chgData name="Shidlingayya" userId="87b2455b-f068-46d1-82f6-ecda64ed59a5" providerId="ADAL" clId="{B6F04373-C561-459D-A31F-AB44FEC042B7}" dt="2021-12-31T15:35:02.769" v="1241" actId="478"/>
          <ac:spMkLst>
            <pc:docMk/>
            <pc:sldMk cId="2632517678" sldId="277"/>
            <ac:spMk id="10" creationId="{5FB31683-95B6-4AAD-A31D-70DA7283D0C5}"/>
          </ac:spMkLst>
        </pc:spChg>
        <pc:picChg chg="del">
          <ac:chgData name="Shidlingayya" userId="87b2455b-f068-46d1-82f6-ecda64ed59a5" providerId="ADAL" clId="{B6F04373-C561-459D-A31F-AB44FEC042B7}" dt="2021-12-31T15:34:57.082" v="1238" actId="478"/>
          <ac:picMkLst>
            <pc:docMk/>
            <pc:sldMk cId="2632517678" sldId="277"/>
            <ac:picMk id="4" creationId="{8FAA7F99-4A49-41FA-B161-5C41868471BE}"/>
          </ac:picMkLst>
        </pc:picChg>
        <pc:picChg chg="add mod">
          <ac:chgData name="Shidlingayya" userId="87b2455b-f068-46d1-82f6-ecda64ed59a5" providerId="ADAL" clId="{B6F04373-C561-459D-A31F-AB44FEC042B7}" dt="2021-12-31T15:39:53.478" v="1566" actId="108"/>
          <ac:picMkLst>
            <pc:docMk/>
            <pc:sldMk cId="2632517678" sldId="277"/>
            <ac:picMk id="5" creationId="{111F2231-7FBB-467B-BF9F-E2D4ADC25C78}"/>
          </ac:picMkLst>
        </pc:picChg>
        <pc:picChg chg="del">
          <ac:chgData name="Shidlingayya" userId="87b2455b-f068-46d1-82f6-ecda64ed59a5" providerId="ADAL" clId="{B6F04373-C561-459D-A31F-AB44FEC042B7}" dt="2021-12-31T15:34:59.038" v="1239" actId="478"/>
          <ac:picMkLst>
            <pc:docMk/>
            <pc:sldMk cId="2632517678" sldId="277"/>
            <ac:picMk id="12" creationId="{719C9BA4-C67B-4078-BF96-C5B7B461BFD6}"/>
          </ac:picMkLst>
        </pc:picChg>
      </pc:sldChg>
      <pc:sldChg chg="delSp modSp add mod">
        <pc:chgData name="Shidlingayya" userId="87b2455b-f068-46d1-82f6-ecda64ed59a5" providerId="ADAL" clId="{B6F04373-C561-459D-A31F-AB44FEC042B7}" dt="2022-01-01T03:20:54.290" v="1974"/>
        <pc:sldMkLst>
          <pc:docMk/>
          <pc:sldMk cId="3020239521" sldId="278"/>
        </pc:sldMkLst>
        <pc:spChg chg="mod">
          <ac:chgData name="Shidlingayya" userId="87b2455b-f068-46d1-82f6-ecda64ed59a5" providerId="ADAL" clId="{B6F04373-C561-459D-A31F-AB44FEC042B7}" dt="2021-12-31T15:40:24.198" v="1597" actId="5793"/>
          <ac:spMkLst>
            <pc:docMk/>
            <pc:sldMk cId="3020239521" sldId="278"/>
            <ac:spMk id="2" creationId="{00000000-0000-0000-0000-000000000000}"/>
          </ac:spMkLst>
        </pc:spChg>
        <pc:spChg chg="del mod">
          <ac:chgData name="Shidlingayya" userId="87b2455b-f068-46d1-82f6-ecda64ed59a5" providerId="ADAL" clId="{B6F04373-C561-459D-A31F-AB44FEC042B7}" dt="2022-01-01T03:20:54.290" v="1974"/>
          <ac:spMkLst>
            <pc:docMk/>
            <pc:sldMk cId="3020239521" sldId="278"/>
            <ac:spMk id="7" creationId="{D33EE108-23D3-4CCC-A169-D09E83C65F5D}"/>
          </ac:spMkLst>
        </pc:spChg>
        <pc:picChg chg="del">
          <ac:chgData name="Shidlingayya" userId="87b2455b-f068-46d1-82f6-ecda64ed59a5" providerId="ADAL" clId="{B6F04373-C561-459D-A31F-AB44FEC042B7}" dt="2021-12-31T15:40:00.514" v="1568" actId="478"/>
          <ac:picMkLst>
            <pc:docMk/>
            <pc:sldMk cId="3020239521" sldId="278"/>
            <ac:picMk id="5" creationId="{111F2231-7FBB-467B-BF9F-E2D4ADC25C78}"/>
          </ac:picMkLst>
        </pc:picChg>
      </pc:sldChg>
      <pc:sldChg chg="addSp modSp add ord">
        <pc:chgData name="Shidlingayya" userId="87b2455b-f068-46d1-82f6-ecda64ed59a5" providerId="ADAL" clId="{B6F04373-C561-459D-A31F-AB44FEC042B7}" dt="2022-01-01T03:57:20.592" v="1977"/>
        <pc:sldMkLst>
          <pc:docMk/>
          <pc:sldMk cId="2517001288" sldId="280"/>
        </pc:sldMkLst>
        <pc:spChg chg="add mod">
          <ac:chgData name="Shidlingayya" userId="87b2455b-f068-46d1-82f6-ecda64ed59a5" providerId="ADAL" clId="{B6F04373-C561-459D-A31F-AB44FEC042B7}" dt="2022-01-01T03:57:20.592" v="1977"/>
          <ac:spMkLst>
            <pc:docMk/>
            <pc:sldMk cId="2517001288" sldId="280"/>
            <ac:spMk id="10" creationId="{C1B9F9AA-51A9-41BC-888A-3D597B8ACCB1}"/>
          </ac:spMkLst>
        </pc:spChg>
      </pc:sldChg>
    </pc:docChg>
  </pc:docChgLst>
  <pc:docChgLst>
    <pc:chgData name="Gorlekoppa, Shidlingayya" userId="87b2455b-f068-46d1-82f6-ecda64ed59a5" providerId="ADAL" clId="{A17167FA-C335-4679-A04F-DC35B8B8048E}"/>
    <pc:docChg chg="undo custSel addSld modSld">
      <pc:chgData name="Gorlekoppa, Shidlingayya" userId="87b2455b-f068-46d1-82f6-ecda64ed59a5" providerId="ADAL" clId="{A17167FA-C335-4679-A04F-DC35B8B8048E}" dt="2022-06-06T09:21:26.174" v="525" actId="20577"/>
      <pc:docMkLst>
        <pc:docMk/>
      </pc:docMkLst>
      <pc:sldChg chg="modSp mod">
        <pc:chgData name="Gorlekoppa, Shidlingayya" userId="87b2455b-f068-46d1-82f6-ecda64ed59a5" providerId="ADAL" clId="{A17167FA-C335-4679-A04F-DC35B8B8048E}" dt="2022-06-06T08:53:19.030" v="24" actId="113"/>
        <pc:sldMkLst>
          <pc:docMk/>
          <pc:sldMk cId="2127238059" sldId="256"/>
        </pc:sldMkLst>
        <pc:spChg chg="mod">
          <ac:chgData name="Gorlekoppa, Shidlingayya" userId="87b2455b-f068-46d1-82f6-ecda64ed59a5" providerId="ADAL" clId="{A17167FA-C335-4679-A04F-DC35B8B8048E}" dt="2022-06-06T08:53:19.030" v="24" actId="113"/>
          <ac:spMkLst>
            <pc:docMk/>
            <pc:sldMk cId="2127238059" sldId="256"/>
            <ac:spMk id="9" creationId="{00000000-0000-0000-0000-000000000000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8:56:19.911" v="42" actId="1076"/>
        <pc:sldMkLst>
          <pc:docMk/>
          <pc:sldMk cId="2983756803" sldId="262"/>
        </pc:sldMkLst>
        <pc:spChg chg="mod">
          <ac:chgData name="Gorlekoppa, Shidlingayya" userId="87b2455b-f068-46d1-82f6-ecda64ed59a5" providerId="ADAL" clId="{A17167FA-C335-4679-A04F-DC35B8B8048E}" dt="2022-06-06T08:56:17.261" v="41" actId="12"/>
          <ac:spMkLst>
            <pc:docMk/>
            <pc:sldMk cId="2983756803" sldId="262"/>
            <ac:spMk id="4" creationId="{00000000-0000-0000-0000-000000000000}"/>
          </ac:spMkLst>
        </pc:spChg>
        <pc:picChg chg="mod">
          <ac:chgData name="Gorlekoppa, Shidlingayya" userId="87b2455b-f068-46d1-82f6-ecda64ed59a5" providerId="ADAL" clId="{A17167FA-C335-4679-A04F-DC35B8B8048E}" dt="2022-06-06T08:56:19.911" v="42" actId="1076"/>
          <ac:picMkLst>
            <pc:docMk/>
            <pc:sldMk cId="2983756803" sldId="262"/>
            <ac:picMk id="3" creationId="{00000000-0000-0000-0000-000000000000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06:00.948" v="223" actId="12"/>
        <pc:sldMkLst>
          <pc:docMk/>
          <pc:sldMk cId="1600035098" sldId="264"/>
        </pc:sldMkLst>
        <pc:spChg chg="mod">
          <ac:chgData name="Gorlekoppa, Shidlingayya" userId="87b2455b-f068-46d1-82f6-ecda64ed59a5" providerId="ADAL" clId="{A17167FA-C335-4679-A04F-DC35B8B8048E}" dt="2022-06-06T09:06:00.948" v="223" actId="12"/>
          <ac:spMkLst>
            <pc:docMk/>
            <pc:sldMk cId="1600035098" sldId="264"/>
            <ac:spMk id="4" creationId="{00000000-0000-0000-0000-000000000000}"/>
          </ac:spMkLst>
        </pc:spChg>
        <pc:picChg chg="mod">
          <ac:chgData name="Gorlekoppa, Shidlingayya" userId="87b2455b-f068-46d1-82f6-ecda64ed59a5" providerId="ADAL" clId="{A17167FA-C335-4679-A04F-DC35B8B8048E}" dt="2022-06-06T09:05:56.328" v="222" actId="1076"/>
          <ac:picMkLst>
            <pc:docMk/>
            <pc:sldMk cId="1600035098" sldId="264"/>
            <ac:picMk id="5" creationId="{00000000-0000-0000-0000-000000000000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21:26.174" v="525" actId="20577"/>
        <pc:sldMkLst>
          <pc:docMk/>
          <pc:sldMk cId="2089950212" sldId="265"/>
        </pc:sldMkLst>
        <pc:spChg chg="mod">
          <ac:chgData name="Gorlekoppa, Shidlingayya" userId="87b2455b-f068-46d1-82f6-ecda64ed59a5" providerId="ADAL" clId="{A17167FA-C335-4679-A04F-DC35B8B8048E}" dt="2022-06-06T09:21:26.174" v="525" actId="20577"/>
          <ac:spMkLst>
            <pc:docMk/>
            <pc:sldMk cId="2089950212" sldId="265"/>
            <ac:spMk id="3" creationId="{00000000-0000-0000-0000-000000000000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9:04:08.993" v="148" actId="1076"/>
        <pc:sldMkLst>
          <pc:docMk/>
          <pc:sldMk cId="2651822061" sldId="266"/>
        </pc:sldMkLst>
        <pc:spChg chg="mod">
          <ac:chgData name="Gorlekoppa, Shidlingayya" userId="87b2455b-f068-46d1-82f6-ecda64ed59a5" providerId="ADAL" clId="{A17167FA-C335-4679-A04F-DC35B8B8048E}" dt="2022-06-06T09:04:00.873" v="147" actId="113"/>
          <ac:spMkLst>
            <pc:docMk/>
            <pc:sldMk cId="2651822061" sldId="266"/>
            <ac:spMk id="6" creationId="{00000000-0000-0000-0000-000000000000}"/>
          </ac:spMkLst>
        </pc:spChg>
        <pc:picChg chg="mod">
          <ac:chgData name="Gorlekoppa, Shidlingayya" userId="87b2455b-f068-46d1-82f6-ecda64ed59a5" providerId="ADAL" clId="{A17167FA-C335-4679-A04F-DC35B8B8048E}" dt="2022-06-06T09:04:08.993" v="148" actId="1076"/>
          <ac:picMkLst>
            <pc:docMk/>
            <pc:sldMk cId="2651822061" sldId="266"/>
            <ac:picMk id="8" creationId="{00000000-0000-0000-0000-000000000000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03:48.940" v="144" actId="12"/>
        <pc:sldMkLst>
          <pc:docMk/>
          <pc:sldMk cId="2300392936" sldId="267"/>
        </pc:sldMkLst>
        <pc:spChg chg="mod">
          <ac:chgData name="Gorlekoppa, Shidlingayya" userId="87b2455b-f068-46d1-82f6-ecda64ed59a5" providerId="ADAL" clId="{A17167FA-C335-4679-A04F-DC35B8B8048E}" dt="2022-06-06T09:03:48.940" v="144" actId="12"/>
          <ac:spMkLst>
            <pc:docMk/>
            <pc:sldMk cId="2300392936" sldId="267"/>
            <ac:spMk id="6" creationId="{00000000-0000-0000-0000-000000000000}"/>
          </ac:spMkLst>
        </pc:spChg>
      </pc:sldChg>
      <pc:sldChg chg="addSp delSp modSp mod">
        <pc:chgData name="Gorlekoppa, Shidlingayya" userId="87b2455b-f068-46d1-82f6-ecda64ed59a5" providerId="ADAL" clId="{A17167FA-C335-4679-A04F-DC35B8B8048E}" dt="2022-06-06T09:02:03.824" v="129" actId="478"/>
        <pc:sldMkLst>
          <pc:docMk/>
          <pc:sldMk cId="4049528709" sldId="268"/>
        </pc:sldMkLst>
        <pc:spChg chg="add mod">
          <ac:chgData name="Gorlekoppa, Shidlingayya" userId="87b2455b-f068-46d1-82f6-ecda64ed59a5" providerId="ADAL" clId="{A17167FA-C335-4679-A04F-DC35B8B8048E}" dt="2022-06-06T09:01:52.930" v="126" actId="1076"/>
          <ac:spMkLst>
            <pc:docMk/>
            <pc:sldMk cId="4049528709" sldId="268"/>
            <ac:spMk id="3" creationId="{EE1C6220-DE80-4786-9638-B5FE1511117D}"/>
          </ac:spMkLst>
        </pc:spChg>
        <pc:spChg chg="mod">
          <ac:chgData name="Gorlekoppa, Shidlingayya" userId="87b2455b-f068-46d1-82f6-ecda64ed59a5" providerId="ADAL" clId="{A17167FA-C335-4679-A04F-DC35B8B8048E}" dt="2022-06-06T09:02:00.594" v="128" actId="14100"/>
          <ac:spMkLst>
            <pc:docMk/>
            <pc:sldMk cId="4049528709" sldId="268"/>
            <ac:spMk id="6" creationId="{00000000-0000-0000-0000-000000000000}"/>
          </ac:spMkLst>
        </pc:spChg>
        <pc:spChg chg="mod">
          <ac:chgData name="Gorlekoppa, Shidlingayya" userId="87b2455b-f068-46d1-82f6-ecda64ed59a5" providerId="ADAL" clId="{A17167FA-C335-4679-A04F-DC35B8B8048E}" dt="2022-06-06T09:01:57.017" v="127" actId="14100"/>
          <ac:spMkLst>
            <pc:docMk/>
            <pc:sldMk cId="4049528709" sldId="268"/>
            <ac:spMk id="7" creationId="{00000000-0000-0000-0000-000000000000}"/>
          </ac:spMkLst>
        </pc:spChg>
        <pc:spChg chg="del">
          <ac:chgData name="Gorlekoppa, Shidlingayya" userId="87b2455b-f068-46d1-82f6-ecda64ed59a5" providerId="ADAL" clId="{A17167FA-C335-4679-A04F-DC35B8B8048E}" dt="2022-06-06T09:02:03.824" v="129" actId="478"/>
          <ac:spMkLst>
            <pc:docMk/>
            <pc:sldMk cId="4049528709" sldId="268"/>
            <ac:spMk id="9" creationId="{00000000-0000-0000-0000-000000000000}"/>
          </ac:spMkLst>
        </pc:spChg>
        <pc:picChg chg="mod">
          <ac:chgData name="Gorlekoppa, Shidlingayya" userId="87b2455b-f068-46d1-82f6-ecda64ed59a5" providerId="ADAL" clId="{A17167FA-C335-4679-A04F-DC35B8B8048E}" dt="2022-06-06T08:58:37.001" v="46" actId="14100"/>
          <ac:picMkLst>
            <pc:docMk/>
            <pc:sldMk cId="4049528709" sldId="268"/>
            <ac:picMk id="4" creationId="{00000000-0000-0000-0000-000000000000}"/>
          </ac:picMkLst>
        </pc:picChg>
        <pc:picChg chg="mod">
          <ac:chgData name="Gorlekoppa, Shidlingayya" userId="87b2455b-f068-46d1-82f6-ecda64ed59a5" providerId="ADAL" clId="{A17167FA-C335-4679-A04F-DC35B8B8048E}" dt="2022-06-06T08:58:39.321" v="47" actId="14100"/>
          <ac:picMkLst>
            <pc:docMk/>
            <pc:sldMk cId="4049528709" sldId="268"/>
            <ac:picMk id="5" creationId="{00000000-0000-0000-0000-000000000000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02:11.060" v="130" actId="14100"/>
        <pc:sldMkLst>
          <pc:docMk/>
          <pc:sldMk cId="2527180572" sldId="269"/>
        </pc:sldMkLst>
        <pc:spChg chg="mod">
          <ac:chgData name="Gorlekoppa, Shidlingayya" userId="87b2455b-f068-46d1-82f6-ecda64ed59a5" providerId="ADAL" clId="{A17167FA-C335-4679-A04F-DC35B8B8048E}" dt="2022-06-06T09:02:11.060" v="130" actId="14100"/>
          <ac:spMkLst>
            <pc:docMk/>
            <pc:sldMk cId="2527180572" sldId="269"/>
            <ac:spMk id="6" creationId="{00000000-0000-0000-0000-000000000000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9:01:22.621" v="112" actId="12"/>
        <pc:sldMkLst>
          <pc:docMk/>
          <pc:sldMk cId="2513881888" sldId="270"/>
        </pc:sldMkLst>
        <pc:spChg chg="mod">
          <ac:chgData name="Gorlekoppa, Shidlingayya" userId="87b2455b-f068-46d1-82f6-ecda64ed59a5" providerId="ADAL" clId="{A17167FA-C335-4679-A04F-DC35B8B8048E}" dt="2022-06-06T09:01:22.621" v="112" actId="12"/>
          <ac:spMkLst>
            <pc:docMk/>
            <pc:sldMk cId="2513881888" sldId="270"/>
            <ac:spMk id="6" creationId="{00000000-0000-0000-0000-000000000000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9:01:17.498" v="111" actId="12"/>
        <pc:sldMkLst>
          <pc:docMk/>
          <pc:sldMk cId="3056888037" sldId="271"/>
        </pc:sldMkLst>
        <pc:spChg chg="mod">
          <ac:chgData name="Gorlekoppa, Shidlingayya" userId="87b2455b-f068-46d1-82f6-ecda64ed59a5" providerId="ADAL" clId="{A17167FA-C335-4679-A04F-DC35B8B8048E}" dt="2022-06-06T09:01:17.498" v="111" actId="12"/>
          <ac:spMkLst>
            <pc:docMk/>
            <pc:sldMk cId="3056888037" sldId="271"/>
            <ac:spMk id="6" creationId="{00000000-0000-0000-0000-000000000000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9:06:43.634" v="234" actId="1076"/>
        <pc:sldMkLst>
          <pc:docMk/>
          <pc:sldMk cId="2004205863" sldId="272"/>
        </pc:sldMkLst>
        <pc:spChg chg="mod">
          <ac:chgData name="Gorlekoppa, Shidlingayya" userId="87b2455b-f068-46d1-82f6-ecda64ed59a5" providerId="ADAL" clId="{A17167FA-C335-4679-A04F-DC35B8B8048E}" dt="2022-06-06T09:06:30.610" v="228" actId="1076"/>
          <ac:spMkLst>
            <pc:docMk/>
            <pc:sldMk cId="2004205863" sldId="272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A17167FA-C335-4679-A04F-DC35B8B8048E}" dt="2022-06-06T09:06:34.345" v="229" actId="1076"/>
          <ac:spMkLst>
            <pc:docMk/>
            <pc:sldMk cId="2004205863" sldId="272"/>
            <ac:spMk id="6" creationId="{00000000-0000-0000-0000-000000000000}"/>
          </ac:spMkLst>
        </pc:spChg>
        <pc:spChg chg="mod">
          <ac:chgData name="Gorlekoppa, Shidlingayya" userId="87b2455b-f068-46d1-82f6-ecda64ed59a5" providerId="ADAL" clId="{A17167FA-C335-4679-A04F-DC35B8B8048E}" dt="2022-06-06T09:06:37.305" v="231" actId="1076"/>
          <ac:spMkLst>
            <pc:docMk/>
            <pc:sldMk cId="2004205863" sldId="272"/>
            <ac:spMk id="7" creationId="{00000000-0000-0000-0000-000000000000}"/>
          </ac:spMkLst>
        </pc:spChg>
        <pc:spChg chg="mod">
          <ac:chgData name="Gorlekoppa, Shidlingayya" userId="87b2455b-f068-46d1-82f6-ecda64ed59a5" providerId="ADAL" clId="{A17167FA-C335-4679-A04F-DC35B8B8048E}" dt="2022-06-06T09:06:41.610" v="233" actId="1076"/>
          <ac:spMkLst>
            <pc:docMk/>
            <pc:sldMk cId="2004205863" sldId="272"/>
            <ac:spMk id="10" creationId="{00000000-0000-0000-0000-000000000000}"/>
          </ac:spMkLst>
        </pc:spChg>
        <pc:picChg chg="mod">
          <ac:chgData name="Gorlekoppa, Shidlingayya" userId="87b2455b-f068-46d1-82f6-ecda64ed59a5" providerId="ADAL" clId="{A17167FA-C335-4679-A04F-DC35B8B8048E}" dt="2022-06-06T09:06:43.634" v="234" actId="1076"/>
          <ac:picMkLst>
            <pc:docMk/>
            <pc:sldMk cId="2004205863" sldId="272"/>
            <ac:picMk id="3" creationId="{00000000-0000-0000-0000-000000000000}"/>
          </ac:picMkLst>
        </pc:picChg>
        <pc:picChg chg="mod">
          <ac:chgData name="Gorlekoppa, Shidlingayya" userId="87b2455b-f068-46d1-82f6-ecda64ed59a5" providerId="ADAL" clId="{A17167FA-C335-4679-A04F-DC35B8B8048E}" dt="2022-06-06T09:06:39.256" v="232" actId="1076"/>
          <ac:picMkLst>
            <pc:docMk/>
            <pc:sldMk cId="2004205863" sldId="272"/>
            <ac:picMk id="5" creationId="{00000000-0000-0000-0000-000000000000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03:39.419" v="143" actId="12"/>
        <pc:sldMkLst>
          <pc:docMk/>
          <pc:sldMk cId="2294988757" sldId="273"/>
        </pc:sldMkLst>
        <pc:spChg chg="mod">
          <ac:chgData name="Gorlekoppa, Shidlingayya" userId="87b2455b-f068-46d1-82f6-ecda64ed59a5" providerId="ADAL" clId="{A17167FA-C335-4679-A04F-DC35B8B8048E}" dt="2022-06-06T09:03:39.419" v="143" actId="12"/>
          <ac:spMkLst>
            <pc:docMk/>
            <pc:sldMk cId="2294988757" sldId="273"/>
            <ac:spMk id="11" creationId="{00000000-0000-0000-0000-000000000000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8:55:02.900" v="25" actId="14100"/>
        <pc:sldMkLst>
          <pc:docMk/>
          <pc:sldMk cId="22217176" sldId="274"/>
        </pc:sldMkLst>
        <pc:picChg chg="mod">
          <ac:chgData name="Gorlekoppa, Shidlingayya" userId="87b2455b-f068-46d1-82f6-ecda64ed59a5" providerId="ADAL" clId="{A17167FA-C335-4679-A04F-DC35B8B8048E}" dt="2022-06-06T08:55:02.900" v="25" actId="14100"/>
          <ac:picMkLst>
            <pc:docMk/>
            <pc:sldMk cId="22217176" sldId="274"/>
            <ac:picMk id="5" creationId="{AA7FF696-7149-471E-8BD8-415CECF6680A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03:34.852" v="142" actId="12"/>
        <pc:sldMkLst>
          <pc:docMk/>
          <pc:sldMk cId="3899053376" sldId="275"/>
        </pc:sldMkLst>
        <pc:spChg chg="mod">
          <ac:chgData name="Gorlekoppa, Shidlingayya" userId="87b2455b-f068-46d1-82f6-ecda64ed59a5" providerId="ADAL" clId="{A17167FA-C335-4679-A04F-DC35B8B8048E}" dt="2022-06-06T09:03:30.819" v="141" actId="12"/>
          <ac:spMkLst>
            <pc:docMk/>
            <pc:sldMk cId="3899053376" sldId="275"/>
            <ac:spMk id="8" creationId="{09AA7179-62DA-4992-94A9-133445D6862B}"/>
          </ac:spMkLst>
        </pc:spChg>
        <pc:spChg chg="mod">
          <ac:chgData name="Gorlekoppa, Shidlingayya" userId="87b2455b-f068-46d1-82f6-ecda64ed59a5" providerId="ADAL" clId="{A17167FA-C335-4679-A04F-DC35B8B8048E}" dt="2022-06-06T09:03:34.852" v="142" actId="12"/>
          <ac:spMkLst>
            <pc:docMk/>
            <pc:sldMk cId="3899053376" sldId="275"/>
            <ac:spMk id="11" creationId="{00000000-0000-0000-0000-000000000000}"/>
          </ac:spMkLst>
        </pc:spChg>
      </pc:sldChg>
      <pc:sldChg chg="delSp modSp mod">
        <pc:chgData name="Gorlekoppa, Shidlingayya" userId="87b2455b-f068-46d1-82f6-ecda64ed59a5" providerId="ADAL" clId="{A17167FA-C335-4679-A04F-DC35B8B8048E}" dt="2022-06-06T09:08:24.512" v="253" actId="115"/>
        <pc:sldMkLst>
          <pc:docMk/>
          <pc:sldMk cId="2315177520" sldId="276"/>
        </pc:sldMkLst>
        <pc:spChg chg="mod">
          <ac:chgData name="Gorlekoppa, Shidlingayya" userId="87b2455b-f068-46d1-82f6-ecda64ed59a5" providerId="ADAL" clId="{A17167FA-C335-4679-A04F-DC35B8B8048E}" dt="2022-06-06T09:08:01.386" v="248" actId="20577"/>
          <ac:spMkLst>
            <pc:docMk/>
            <pc:sldMk cId="2315177520" sldId="276"/>
            <ac:spMk id="7" creationId="{D33EE108-23D3-4CCC-A169-D09E83C65F5D}"/>
          </ac:spMkLst>
        </pc:spChg>
        <pc:spChg chg="del">
          <ac:chgData name="Gorlekoppa, Shidlingayya" userId="87b2455b-f068-46d1-82f6-ecda64ed59a5" providerId="ADAL" clId="{A17167FA-C335-4679-A04F-DC35B8B8048E}" dt="2022-06-06T09:08:05.496" v="249" actId="478"/>
          <ac:spMkLst>
            <pc:docMk/>
            <pc:sldMk cId="2315177520" sldId="276"/>
            <ac:spMk id="9" creationId="{00000000-0000-0000-0000-000000000000}"/>
          </ac:spMkLst>
        </pc:spChg>
        <pc:spChg chg="mod">
          <ac:chgData name="Gorlekoppa, Shidlingayya" userId="87b2455b-f068-46d1-82f6-ecda64ed59a5" providerId="ADAL" clId="{A17167FA-C335-4679-A04F-DC35B8B8048E}" dt="2022-06-06T09:08:24.512" v="253" actId="115"/>
          <ac:spMkLst>
            <pc:docMk/>
            <pc:sldMk cId="2315177520" sldId="276"/>
            <ac:spMk id="10" creationId="{5FB31683-95B6-4AAD-A31D-70DA7283D0C5}"/>
          </ac:spMkLst>
        </pc:spChg>
        <pc:picChg chg="mod">
          <ac:chgData name="Gorlekoppa, Shidlingayya" userId="87b2455b-f068-46d1-82f6-ecda64ed59a5" providerId="ADAL" clId="{A17167FA-C335-4679-A04F-DC35B8B8048E}" dt="2022-06-06T09:08:10.168" v="250" actId="1076"/>
          <ac:picMkLst>
            <pc:docMk/>
            <pc:sldMk cId="2315177520" sldId="276"/>
            <ac:picMk id="4" creationId="{8FAA7F99-4A49-41FA-B161-5C41868471BE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09:34.576" v="263" actId="1076"/>
        <pc:sldMkLst>
          <pc:docMk/>
          <pc:sldMk cId="2632517678" sldId="277"/>
        </pc:sldMkLst>
        <pc:spChg chg="mod">
          <ac:chgData name="Gorlekoppa, Shidlingayya" userId="87b2455b-f068-46d1-82f6-ecda64ed59a5" providerId="ADAL" clId="{A17167FA-C335-4679-A04F-DC35B8B8048E}" dt="2022-06-06T09:08:50.294" v="256" actId="12"/>
          <ac:spMkLst>
            <pc:docMk/>
            <pc:sldMk cId="2632517678" sldId="277"/>
            <ac:spMk id="7" creationId="{D33EE108-23D3-4CCC-A169-D09E83C65F5D}"/>
          </ac:spMkLst>
        </pc:spChg>
        <pc:spChg chg="mod">
          <ac:chgData name="Gorlekoppa, Shidlingayya" userId="87b2455b-f068-46d1-82f6-ecda64ed59a5" providerId="ADAL" clId="{A17167FA-C335-4679-A04F-DC35B8B8048E}" dt="2022-06-06T09:09:34.576" v="263" actId="1076"/>
          <ac:spMkLst>
            <pc:docMk/>
            <pc:sldMk cId="2632517678" sldId="277"/>
            <ac:spMk id="8" creationId="{70DD2324-32EF-44D6-AFD5-63A54482D274}"/>
          </ac:spMkLst>
        </pc:spChg>
        <pc:picChg chg="mod">
          <ac:chgData name="Gorlekoppa, Shidlingayya" userId="87b2455b-f068-46d1-82f6-ecda64ed59a5" providerId="ADAL" clId="{A17167FA-C335-4679-A04F-DC35B8B8048E}" dt="2022-06-06T09:08:54.088" v="257" actId="1076"/>
          <ac:picMkLst>
            <pc:docMk/>
            <pc:sldMk cId="2632517678" sldId="277"/>
            <ac:picMk id="5" creationId="{111F2231-7FBB-467B-BF9F-E2D4ADC25C78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11:23.905" v="274" actId="115"/>
        <pc:sldMkLst>
          <pc:docMk/>
          <pc:sldMk cId="2517001288" sldId="280"/>
        </pc:sldMkLst>
        <pc:spChg chg="mod">
          <ac:chgData name="Gorlekoppa, Shidlingayya" userId="87b2455b-f068-46d1-82f6-ecda64ed59a5" providerId="ADAL" clId="{A17167FA-C335-4679-A04F-DC35B8B8048E}" dt="2022-06-06T09:11:06.830" v="270" actId="115"/>
          <ac:spMkLst>
            <pc:docMk/>
            <pc:sldMk cId="2517001288" sldId="280"/>
            <ac:spMk id="7" creationId="{D33EE108-23D3-4CCC-A169-D09E83C65F5D}"/>
          </ac:spMkLst>
        </pc:spChg>
        <pc:spChg chg="mod">
          <ac:chgData name="Gorlekoppa, Shidlingayya" userId="87b2455b-f068-46d1-82f6-ecda64ed59a5" providerId="ADAL" clId="{A17167FA-C335-4679-A04F-DC35B8B8048E}" dt="2022-06-06T09:11:23.905" v="274" actId="115"/>
          <ac:spMkLst>
            <pc:docMk/>
            <pc:sldMk cId="2517001288" sldId="280"/>
            <ac:spMk id="10" creationId="{C1B9F9AA-51A9-41BC-888A-3D597B8ACCB1}"/>
          </ac:spMkLst>
        </pc:spChg>
        <pc:picChg chg="mod">
          <ac:chgData name="Gorlekoppa, Shidlingayya" userId="87b2455b-f068-46d1-82f6-ecda64ed59a5" providerId="ADAL" clId="{A17167FA-C335-4679-A04F-DC35B8B8048E}" dt="2022-06-06T09:10:53.903" v="268" actId="14100"/>
          <ac:picMkLst>
            <pc:docMk/>
            <pc:sldMk cId="2517001288" sldId="280"/>
            <ac:picMk id="4" creationId="{BC1F58EB-C3D4-4785-BEE8-65D5C7B465B7}"/>
          </ac:picMkLst>
        </pc:picChg>
      </pc:sldChg>
      <pc:sldChg chg="modSp mod">
        <pc:chgData name="Gorlekoppa, Shidlingayya" userId="87b2455b-f068-46d1-82f6-ecda64ed59a5" providerId="ADAL" clId="{A17167FA-C335-4679-A04F-DC35B8B8048E}" dt="2022-06-06T09:12:00.706" v="283" actId="14100"/>
        <pc:sldMkLst>
          <pc:docMk/>
          <pc:sldMk cId="3186308610" sldId="281"/>
        </pc:sldMkLst>
        <pc:spChg chg="mod">
          <ac:chgData name="Gorlekoppa, Shidlingayya" userId="87b2455b-f068-46d1-82f6-ecda64ed59a5" providerId="ADAL" clId="{A17167FA-C335-4679-A04F-DC35B8B8048E}" dt="2022-06-06T09:12:00.706" v="283" actId="14100"/>
          <ac:spMkLst>
            <pc:docMk/>
            <pc:sldMk cId="3186308610" sldId="281"/>
            <ac:spMk id="7" creationId="{D33EE108-23D3-4CCC-A169-D09E83C65F5D}"/>
          </ac:spMkLst>
        </pc:spChg>
        <pc:spChg chg="mod">
          <ac:chgData name="Gorlekoppa, Shidlingayya" userId="87b2455b-f068-46d1-82f6-ecda64ed59a5" providerId="ADAL" clId="{A17167FA-C335-4679-A04F-DC35B8B8048E}" dt="2022-06-06T09:11:46.849" v="277" actId="1076"/>
          <ac:spMkLst>
            <pc:docMk/>
            <pc:sldMk cId="3186308610" sldId="281"/>
            <ac:spMk id="8" creationId="{6710A580-711C-47A3-959D-31F099DAEF84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9:14:16.305" v="291" actId="207"/>
        <pc:sldMkLst>
          <pc:docMk/>
          <pc:sldMk cId="3356157574" sldId="283"/>
        </pc:sldMkLst>
        <pc:spChg chg="mod">
          <ac:chgData name="Gorlekoppa, Shidlingayya" userId="87b2455b-f068-46d1-82f6-ecda64ed59a5" providerId="ADAL" clId="{A17167FA-C335-4679-A04F-DC35B8B8048E}" dt="2022-06-06T09:14:16.305" v="291" actId="207"/>
          <ac:spMkLst>
            <pc:docMk/>
            <pc:sldMk cId="3356157574" sldId="283"/>
            <ac:spMk id="5" creationId="{F96007D9-7675-438D-A747-AAA274612838}"/>
          </ac:spMkLst>
        </pc:spChg>
        <pc:spChg chg="mod">
          <ac:chgData name="Gorlekoppa, Shidlingayya" userId="87b2455b-f068-46d1-82f6-ecda64ed59a5" providerId="ADAL" clId="{A17167FA-C335-4679-A04F-DC35B8B8048E}" dt="2022-06-06T09:13:44.542" v="289" actId="115"/>
          <ac:spMkLst>
            <pc:docMk/>
            <pc:sldMk cId="3356157574" sldId="283"/>
            <ac:spMk id="7" creationId="{D33EE108-23D3-4CCC-A169-D09E83C65F5D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9:15:14.604" v="299" actId="115"/>
        <pc:sldMkLst>
          <pc:docMk/>
          <pc:sldMk cId="296998934" sldId="284"/>
        </pc:sldMkLst>
        <pc:spChg chg="mod">
          <ac:chgData name="Gorlekoppa, Shidlingayya" userId="87b2455b-f068-46d1-82f6-ecda64ed59a5" providerId="ADAL" clId="{A17167FA-C335-4679-A04F-DC35B8B8048E}" dt="2022-06-06T09:14:37.432" v="292" actId="108"/>
          <ac:spMkLst>
            <pc:docMk/>
            <pc:sldMk cId="296998934" sldId="284"/>
            <ac:spMk id="5" creationId="{F96007D9-7675-438D-A747-AAA274612838}"/>
          </ac:spMkLst>
        </pc:spChg>
        <pc:spChg chg="mod">
          <ac:chgData name="Gorlekoppa, Shidlingayya" userId="87b2455b-f068-46d1-82f6-ecda64ed59a5" providerId="ADAL" clId="{A17167FA-C335-4679-A04F-DC35B8B8048E}" dt="2022-06-06T09:15:14.604" v="299" actId="115"/>
          <ac:spMkLst>
            <pc:docMk/>
            <pc:sldMk cId="296998934" sldId="284"/>
            <ac:spMk id="10" creationId="{F418AAE4-6341-4D60-AB0B-5556C8DBCE2E}"/>
          </ac:spMkLst>
        </pc:spChg>
      </pc:sldChg>
      <pc:sldChg chg="modSp mod">
        <pc:chgData name="Gorlekoppa, Shidlingayya" userId="87b2455b-f068-46d1-82f6-ecda64ed59a5" providerId="ADAL" clId="{A17167FA-C335-4679-A04F-DC35B8B8048E}" dt="2022-06-06T09:15:38.919" v="302" actId="1076"/>
        <pc:sldMkLst>
          <pc:docMk/>
          <pc:sldMk cId="341259810" sldId="285"/>
        </pc:sldMkLst>
        <pc:spChg chg="mod">
          <ac:chgData name="Gorlekoppa, Shidlingayya" userId="87b2455b-f068-46d1-82f6-ecda64ed59a5" providerId="ADAL" clId="{A17167FA-C335-4679-A04F-DC35B8B8048E}" dt="2022-06-06T09:15:38.919" v="302" actId="1076"/>
          <ac:spMkLst>
            <pc:docMk/>
            <pc:sldMk cId="341259810" sldId="285"/>
            <ac:spMk id="11" creationId="{B83CE513-E1C1-4D50-B260-FB766F5C9EAC}"/>
          </ac:spMkLst>
        </pc:spChg>
      </pc:sldChg>
      <pc:sldChg chg="addSp delSp modSp add mod">
        <pc:chgData name="Gorlekoppa, Shidlingayya" userId="87b2455b-f068-46d1-82f6-ecda64ed59a5" providerId="ADAL" clId="{A17167FA-C335-4679-A04F-DC35B8B8048E}" dt="2022-06-06T09:20:28.192" v="459" actId="108"/>
        <pc:sldMkLst>
          <pc:docMk/>
          <pc:sldMk cId="3155966093" sldId="286"/>
        </pc:sldMkLst>
        <pc:spChg chg="mod">
          <ac:chgData name="Gorlekoppa, Shidlingayya" userId="87b2455b-f068-46d1-82f6-ecda64ed59a5" providerId="ADAL" clId="{A17167FA-C335-4679-A04F-DC35B8B8048E}" dt="2022-06-06T09:17:16.864" v="331" actId="1076"/>
          <ac:spMkLst>
            <pc:docMk/>
            <pc:sldMk cId="3155966093" sldId="286"/>
            <ac:spMk id="2" creationId="{00000000-0000-0000-0000-000000000000}"/>
          </ac:spMkLst>
        </pc:spChg>
        <pc:spChg chg="add mod">
          <ac:chgData name="Gorlekoppa, Shidlingayya" userId="87b2455b-f068-46d1-82f6-ecda64ed59a5" providerId="ADAL" clId="{A17167FA-C335-4679-A04F-DC35B8B8048E}" dt="2022-06-06T09:18:03.324" v="456" actId="14100"/>
          <ac:spMkLst>
            <pc:docMk/>
            <pc:sldMk cId="3155966093" sldId="286"/>
            <ac:spMk id="6" creationId="{E5247564-67F9-46E2-903E-DC2C090DB65D}"/>
          </ac:spMkLst>
        </pc:spChg>
        <pc:spChg chg="del">
          <ac:chgData name="Gorlekoppa, Shidlingayya" userId="87b2455b-f068-46d1-82f6-ecda64ed59a5" providerId="ADAL" clId="{A17167FA-C335-4679-A04F-DC35B8B8048E}" dt="2022-06-06T09:17:11.463" v="330" actId="478"/>
          <ac:spMkLst>
            <pc:docMk/>
            <pc:sldMk cId="3155966093" sldId="286"/>
            <ac:spMk id="9" creationId="{00000000-0000-0000-0000-000000000000}"/>
          </ac:spMkLst>
        </pc:spChg>
        <pc:spChg chg="del">
          <ac:chgData name="Gorlekoppa, Shidlingayya" userId="87b2455b-f068-46d1-82f6-ecda64ed59a5" providerId="ADAL" clId="{A17167FA-C335-4679-A04F-DC35B8B8048E}" dt="2022-06-06T09:16:49.566" v="305" actId="478"/>
          <ac:spMkLst>
            <pc:docMk/>
            <pc:sldMk cId="3155966093" sldId="286"/>
            <ac:spMk id="11" creationId="{B83CE513-E1C1-4D50-B260-FB766F5C9EAC}"/>
          </ac:spMkLst>
        </pc:spChg>
        <pc:picChg chg="del">
          <ac:chgData name="Gorlekoppa, Shidlingayya" userId="87b2455b-f068-46d1-82f6-ecda64ed59a5" providerId="ADAL" clId="{A17167FA-C335-4679-A04F-DC35B8B8048E}" dt="2022-06-06T09:16:47.090" v="304" actId="478"/>
          <ac:picMkLst>
            <pc:docMk/>
            <pc:sldMk cId="3155966093" sldId="286"/>
            <ac:picMk id="4" creationId="{A67B1056-77F3-41DE-94EE-FFA727170B14}"/>
          </ac:picMkLst>
        </pc:picChg>
        <pc:picChg chg="add mod">
          <ac:chgData name="Gorlekoppa, Shidlingayya" userId="87b2455b-f068-46d1-82f6-ecda64ed59a5" providerId="ADAL" clId="{A17167FA-C335-4679-A04F-DC35B8B8048E}" dt="2022-06-06T09:20:28.192" v="459" actId="108"/>
          <ac:picMkLst>
            <pc:docMk/>
            <pc:sldMk cId="3155966093" sldId="286"/>
            <ac:picMk id="5" creationId="{47E610B8-1F52-4979-9100-1B28903189DF}"/>
          </ac:picMkLst>
        </pc:picChg>
      </pc:sldChg>
    </pc:docChg>
  </pc:docChgLst>
  <pc:docChgLst>
    <pc:chgData name="Gorlekoppa, Shidlingayya" userId="87b2455b-f068-46d1-82f6-ecda64ed59a5" providerId="ADAL" clId="{47B9CEB6-47AD-44D2-8F00-BB7643658FC6}"/>
    <pc:docChg chg="custSel modSld">
      <pc:chgData name="Gorlekoppa, Shidlingayya" userId="87b2455b-f068-46d1-82f6-ecda64ed59a5" providerId="ADAL" clId="{47B9CEB6-47AD-44D2-8F00-BB7643658FC6}" dt="2022-08-05T12:45:47.427" v="41" actId="33524"/>
      <pc:docMkLst>
        <pc:docMk/>
      </pc:docMkLst>
      <pc:sldChg chg="modSp mod">
        <pc:chgData name="Gorlekoppa, Shidlingayya" userId="87b2455b-f068-46d1-82f6-ecda64ed59a5" providerId="ADAL" clId="{47B9CEB6-47AD-44D2-8F00-BB7643658FC6}" dt="2022-08-05T12:25:44.237" v="8" actId="20577"/>
        <pc:sldMkLst>
          <pc:docMk/>
          <pc:sldMk cId="2004205863" sldId="272"/>
        </pc:sldMkLst>
        <pc:spChg chg="mod">
          <ac:chgData name="Gorlekoppa, Shidlingayya" userId="87b2455b-f068-46d1-82f6-ecda64ed59a5" providerId="ADAL" clId="{47B9CEB6-47AD-44D2-8F00-BB7643658FC6}" dt="2022-08-05T12:25:44.237" v="8" actId="20577"/>
          <ac:spMkLst>
            <pc:docMk/>
            <pc:sldMk cId="2004205863" sldId="272"/>
            <ac:spMk id="6" creationId="{00000000-0000-0000-0000-000000000000}"/>
          </ac:spMkLst>
        </pc:spChg>
      </pc:sldChg>
      <pc:sldChg chg="modSp mod">
        <pc:chgData name="Gorlekoppa, Shidlingayya" userId="87b2455b-f068-46d1-82f6-ecda64ed59a5" providerId="ADAL" clId="{47B9CEB6-47AD-44D2-8F00-BB7643658FC6}" dt="2022-08-05T12:45:47.427" v="41" actId="33524"/>
        <pc:sldMkLst>
          <pc:docMk/>
          <pc:sldMk cId="3356157574" sldId="283"/>
        </pc:sldMkLst>
        <pc:spChg chg="mod">
          <ac:chgData name="Gorlekoppa, Shidlingayya" userId="87b2455b-f068-46d1-82f6-ecda64ed59a5" providerId="ADAL" clId="{47B9CEB6-47AD-44D2-8F00-BB7643658FC6}" dt="2022-08-05T12:45:22.850" v="37" actId="1076"/>
          <ac:spMkLst>
            <pc:docMk/>
            <pc:sldMk cId="3356157574" sldId="283"/>
            <ac:spMk id="5" creationId="{F96007D9-7675-438D-A747-AAA274612838}"/>
          </ac:spMkLst>
        </pc:spChg>
        <pc:spChg chg="mod">
          <ac:chgData name="Gorlekoppa, Shidlingayya" userId="87b2455b-f068-46d1-82f6-ecda64ed59a5" providerId="ADAL" clId="{47B9CEB6-47AD-44D2-8F00-BB7643658FC6}" dt="2022-08-05T12:45:47.427" v="41" actId="33524"/>
          <ac:spMkLst>
            <pc:docMk/>
            <pc:sldMk cId="3356157574" sldId="283"/>
            <ac:spMk id="7" creationId="{D33EE108-23D3-4CCC-A169-D09E83C65F5D}"/>
          </ac:spMkLst>
        </pc:spChg>
        <pc:picChg chg="mod">
          <ac:chgData name="Gorlekoppa, Shidlingayya" userId="87b2455b-f068-46d1-82f6-ecda64ed59a5" providerId="ADAL" clId="{47B9CEB6-47AD-44D2-8F00-BB7643658FC6}" dt="2022-08-05T12:45:19.728" v="36" actId="1076"/>
          <ac:picMkLst>
            <pc:docMk/>
            <pc:sldMk cId="3356157574" sldId="283"/>
            <ac:picMk id="4" creationId="{73029008-6202-436C-B860-201DCD8785E8}"/>
          </ac:picMkLst>
        </pc:picChg>
      </pc:sldChg>
    </pc:docChg>
  </pc:docChgLst>
  <pc:docChgLst>
    <pc:chgData name="Gorlekoppa, Shidlingayya" userId="87b2455b-f068-46d1-82f6-ecda64ed59a5" providerId="ADAL" clId="{B6F04373-C561-459D-A31F-AB44FEC042B7}"/>
    <pc:docChg chg="undo custSel addSld modSld sldOrd">
      <pc:chgData name="Gorlekoppa, Shidlingayya" userId="87b2455b-f068-46d1-82f6-ecda64ed59a5" providerId="ADAL" clId="{B6F04373-C561-459D-A31F-AB44FEC042B7}" dt="2022-01-11T04:20:12.400" v="2246" actId="14100"/>
      <pc:docMkLst>
        <pc:docMk/>
      </pc:docMkLst>
      <pc:sldChg chg="modSp mod">
        <pc:chgData name="Gorlekoppa, Shidlingayya" userId="87b2455b-f068-46d1-82f6-ecda64ed59a5" providerId="ADAL" clId="{B6F04373-C561-459D-A31F-AB44FEC042B7}" dt="2022-01-10T05:08:14.989" v="0" actId="6549"/>
        <pc:sldMkLst>
          <pc:docMk/>
          <pc:sldMk cId="2089950212" sldId="265"/>
        </pc:sldMkLst>
        <pc:spChg chg="mod">
          <ac:chgData name="Gorlekoppa, Shidlingayya" userId="87b2455b-f068-46d1-82f6-ecda64ed59a5" providerId="ADAL" clId="{B6F04373-C561-459D-A31F-AB44FEC042B7}" dt="2022-01-10T05:08:14.989" v="0" actId="6549"/>
          <ac:spMkLst>
            <pc:docMk/>
            <pc:sldMk cId="2089950212" sldId="265"/>
            <ac:spMk id="3" creationId="{00000000-0000-0000-0000-000000000000}"/>
          </ac:spMkLst>
        </pc:spChg>
      </pc:sldChg>
      <pc:sldChg chg="modSp mod">
        <pc:chgData name="Gorlekoppa, Shidlingayya" userId="87b2455b-f068-46d1-82f6-ecda64ed59a5" providerId="ADAL" clId="{B6F04373-C561-459D-A31F-AB44FEC042B7}" dt="2022-01-10T16:03:44.771" v="2" actId="14100"/>
        <pc:sldMkLst>
          <pc:docMk/>
          <pc:sldMk cId="2517001288" sldId="280"/>
        </pc:sldMkLst>
        <pc:spChg chg="mod">
          <ac:chgData name="Gorlekoppa, Shidlingayya" userId="87b2455b-f068-46d1-82f6-ecda64ed59a5" providerId="ADAL" clId="{B6F04373-C561-459D-A31F-AB44FEC042B7}" dt="2022-01-10T16:03:44.771" v="2" actId="14100"/>
          <ac:spMkLst>
            <pc:docMk/>
            <pc:sldMk cId="2517001288" sldId="280"/>
            <ac:spMk id="7" creationId="{D33EE108-23D3-4CCC-A169-D09E83C65F5D}"/>
          </ac:spMkLst>
        </pc:spChg>
      </pc:sldChg>
      <pc:sldChg chg="addSp modSp mod">
        <pc:chgData name="Gorlekoppa, Shidlingayya" userId="87b2455b-f068-46d1-82f6-ecda64ed59a5" providerId="ADAL" clId="{B6F04373-C561-459D-A31F-AB44FEC042B7}" dt="2022-01-10T16:18:04.598" v="593" actId="14100"/>
        <pc:sldMkLst>
          <pc:docMk/>
          <pc:sldMk cId="3186308610" sldId="281"/>
        </pc:sldMkLst>
        <pc:spChg chg="mod">
          <ac:chgData name="Gorlekoppa, Shidlingayya" userId="87b2455b-f068-46d1-82f6-ecda64ed59a5" providerId="ADAL" clId="{B6F04373-C561-459D-A31F-AB44FEC042B7}" dt="2022-01-10T16:08:00.293" v="120" actId="20577"/>
          <ac:spMkLst>
            <pc:docMk/>
            <pc:sldMk cId="3186308610" sldId="281"/>
            <ac:spMk id="7" creationId="{D33EE108-23D3-4CCC-A169-D09E83C65F5D}"/>
          </ac:spMkLst>
        </pc:spChg>
        <pc:spChg chg="add mod">
          <ac:chgData name="Gorlekoppa, Shidlingayya" userId="87b2455b-f068-46d1-82f6-ecda64ed59a5" providerId="ADAL" clId="{B6F04373-C561-459D-A31F-AB44FEC042B7}" dt="2022-01-10T16:18:04.598" v="593" actId="14100"/>
          <ac:spMkLst>
            <pc:docMk/>
            <pc:sldMk cId="3186308610" sldId="281"/>
            <ac:spMk id="8" creationId="{6710A580-711C-47A3-959D-31F099DAEF84}"/>
          </ac:spMkLst>
        </pc:spChg>
        <pc:picChg chg="add mod">
          <ac:chgData name="Gorlekoppa, Shidlingayya" userId="87b2455b-f068-46d1-82f6-ecda64ed59a5" providerId="ADAL" clId="{B6F04373-C561-459D-A31F-AB44FEC042B7}" dt="2022-01-10T16:18:02.334" v="589" actId="1076"/>
          <ac:picMkLst>
            <pc:docMk/>
            <pc:sldMk cId="3186308610" sldId="281"/>
            <ac:picMk id="4" creationId="{046D7D9E-FDFA-4A10-9B0B-0AE3C25262EE}"/>
          </ac:picMkLst>
        </pc:picChg>
      </pc:sldChg>
      <pc:sldChg chg="addSp delSp modSp add mod">
        <pc:chgData name="Gorlekoppa, Shidlingayya" userId="87b2455b-f068-46d1-82f6-ecda64ed59a5" providerId="ADAL" clId="{B6F04373-C561-459D-A31F-AB44FEC042B7}" dt="2022-01-10T16:26:33.406" v="733" actId="1076"/>
        <pc:sldMkLst>
          <pc:docMk/>
          <pc:sldMk cId="3628781168" sldId="282"/>
        </pc:sldMkLst>
        <pc:spChg chg="del">
          <ac:chgData name="Gorlekoppa, Shidlingayya" userId="87b2455b-f068-46d1-82f6-ecda64ed59a5" providerId="ADAL" clId="{B6F04373-C561-459D-A31F-AB44FEC042B7}" dt="2022-01-10T16:26:04.541" v="727" actId="478"/>
          <ac:spMkLst>
            <pc:docMk/>
            <pc:sldMk cId="3628781168" sldId="282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B6F04373-C561-459D-A31F-AB44FEC042B7}" dt="2022-01-10T16:26:25.559" v="730" actId="1076"/>
          <ac:spMkLst>
            <pc:docMk/>
            <pc:sldMk cId="3628781168" sldId="282"/>
            <ac:spMk id="7" creationId="{D33EE108-23D3-4CCC-A169-D09E83C65F5D}"/>
          </ac:spMkLst>
        </pc:spChg>
        <pc:spChg chg="del">
          <ac:chgData name="Gorlekoppa, Shidlingayya" userId="87b2455b-f068-46d1-82f6-ecda64ed59a5" providerId="ADAL" clId="{B6F04373-C561-459D-A31F-AB44FEC042B7}" dt="2022-01-10T16:18:25.013" v="611" actId="478"/>
          <ac:spMkLst>
            <pc:docMk/>
            <pc:sldMk cId="3628781168" sldId="282"/>
            <ac:spMk id="8" creationId="{6710A580-711C-47A3-959D-31F099DAEF84}"/>
          </ac:spMkLst>
        </pc:spChg>
        <pc:spChg chg="add mod">
          <ac:chgData name="Gorlekoppa, Shidlingayya" userId="87b2455b-f068-46d1-82f6-ecda64ed59a5" providerId="ADAL" clId="{B6F04373-C561-459D-A31F-AB44FEC042B7}" dt="2022-01-10T16:26:28.753" v="731" actId="1076"/>
          <ac:spMkLst>
            <pc:docMk/>
            <pc:sldMk cId="3628781168" sldId="282"/>
            <ac:spMk id="10" creationId="{CC0B49DE-113D-48DF-A045-E7708F712910}"/>
          </ac:spMkLst>
        </pc:spChg>
        <pc:spChg chg="add del mod">
          <ac:chgData name="Gorlekoppa, Shidlingayya" userId="87b2455b-f068-46d1-82f6-ecda64ed59a5" providerId="ADAL" clId="{B6F04373-C561-459D-A31F-AB44FEC042B7}" dt="2022-01-10T16:26:18.492" v="728" actId="478"/>
          <ac:spMkLst>
            <pc:docMk/>
            <pc:sldMk cId="3628781168" sldId="282"/>
            <ac:spMk id="11" creationId="{8924F8AA-406D-4BA9-8052-E31F3CAAEF2E}"/>
          </ac:spMkLst>
        </pc:spChg>
        <pc:picChg chg="del">
          <ac:chgData name="Gorlekoppa, Shidlingayya" userId="87b2455b-f068-46d1-82f6-ecda64ed59a5" providerId="ADAL" clId="{B6F04373-C561-459D-A31F-AB44FEC042B7}" dt="2022-01-10T16:18:17.177" v="595" actId="478"/>
          <ac:picMkLst>
            <pc:docMk/>
            <pc:sldMk cId="3628781168" sldId="282"/>
            <ac:picMk id="4" creationId="{046D7D9E-FDFA-4A10-9B0B-0AE3C25262EE}"/>
          </ac:picMkLst>
        </pc:picChg>
        <pc:picChg chg="add mod">
          <ac:chgData name="Gorlekoppa, Shidlingayya" userId="87b2455b-f068-46d1-82f6-ecda64ed59a5" providerId="ADAL" clId="{B6F04373-C561-459D-A31F-AB44FEC042B7}" dt="2022-01-10T16:26:33.406" v="733" actId="1076"/>
          <ac:picMkLst>
            <pc:docMk/>
            <pc:sldMk cId="3628781168" sldId="282"/>
            <ac:picMk id="5" creationId="{231747A9-171D-4BA5-A777-481EA2D7490D}"/>
          </ac:picMkLst>
        </pc:picChg>
      </pc:sldChg>
      <pc:sldChg chg="addSp delSp modSp add mod ord">
        <pc:chgData name="Gorlekoppa, Shidlingayya" userId="87b2455b-f068-46d1-82f6-ecda64ed59a5" providerId="ADAL" clId="{B6F04373-C561-459D-A31F-AB44FEC042B7}" dt="2022-01-11T04:10:58.120" v="1517" actId="12"/>
        <pc:sldMkLst>
          <pc:docMk/>
          <pc:sldMk cId="3356157574" sldId="283"/>
        </pc:sldMkLst>
        <pc:spChg chg="mod">
          <ac:chgData name="Gorlekoppa, Shidlingayya" userId="87b2455b-f068-46d1-82f6-ecda64ed59a5" providerId="ADAL" clId="{B6F04373-C561-459D-A31F-AB44FEC042B7}" dt="2022-01-10T16:27:56.435" v="752" actId="5793"/>
          <ac:spMkLst>
            <pc:docMk/>
            <pc:sldMk cId="3356157574" sldId="283"/>
            <ac:spMk id="2" creationId="{00000000-0000-0000-0000-000000000000}"/>
          </ac:spMkLst>
        </pc:spChg>
        <pc:spChg chg="add mod">
          <ac:chgData name="Gorlekoppa, Shidlingayya" userId="87b2455b-f068-46d1-82f6-ecda64ed59a5" providerId="ADAL" clId="{B6F04373-C561-459D-A31F-AB44FEC042B7}" dt="2022-01-11T04:01:18.990" v="1497" actId="692"/>
          <ac:spMkLst>
            <pc:docMk/>
            <pc:sldMk cId="3356157574" sldId="283"/>
            <ac:spMk id="5" creationId="{F96007D9-7675-438D-A747-AAA274612838}"/>
          </ac:spMkLst>
        </pc:spChg>
        <pc:spChg chg="mod">
          <ac:chgData name="Gorlekoppa, Shidlingayya" userId="87b2455b-f068-46d1-82f6-ecda64ed59a5" providerId="ADAL" clId="{B6F04373-C561-459D-A31F-AB44FEC042B7}" dt="2022-01-11T04:10:58.120" v="1517" actId="12"/>
          <ac:spMkLst>
            <pc:docMk/>
            <pc:sldMk cId="3356157574" sldId="283"/>
            <ac:spMk id="7" creationId="{D33EE108-23D3-4CCC-A169-D09E83C65F5D}"/>
          </ac:spMkLst>
        </pc:spChg>
        <pc:spChg chg="del">
          <ac:chgData name="Gorlekoppa, Shidlingayya" userId="87b2455b-f068-46d1-82f6-ecda64ed59a5" providerId="ADAL" clId="{B6F04373-C561-459D-A31F-AB44FEC042B7}" dt="2022-01-10T16:28:01.454" v="754" actId="478"/>
          <ac:spMkLst>
            <pc:docMk/>
            <pc:sldMk cId="3356157574" sldId="283"/>
            <ac:spMk id="10" creationId="{C1B9F9AA-51A9-41BC-888A-3D597B8ACCB1}"/>
          </ac:spMkLst>
        </pc:spChg>
        <pc:picChg chg="add mod">
          <ac:chgData name="Gorlekoppa, Shidlingayya" userId="87b2455b-f068-46d1-82f6-ecda64ed59a5" providerId="ADAL" clId="{B6F04373-C561-459D-A31F-AB44FEC042B7}" dt="2022-01-11T04:00:21.865" v="1418" actId="108"/>
          <ac:picMkLst>
            <pc:docMk/>
            <pc:sldMk cId="3356157574" sldId="283"/>
            <ac:picMk id="4" creationId="{73029008-6202-436C-B860-201DCD8785E8}"/>
          </ac:picMkLst>
        </pc:picChg>
        <pc:picChg chg="del">
          <ac:chgData name="Gorlekoppa, Shidlingayya" userId="87b2455b-f068-46d1-82f6-ecda64ed59a5" providerId="ADAL" clId="{B6F04373-C561-459D-A31F-AB44FEC042B7}" dt="2022-01-10T16:27:58.732" v="753" actId="478"/>
          <ac:picMkLst>
            <pc:docMk/>
            <pc:sldMk cId="3356157574" sldId="283"/>
            <ac:picMk id="4" creationId="{BC1F58EB-C3D4-4785-BEE8-65D5C7B465B7}"/>
          </ac:picMkLst>
        </pc:picChg>
      </pc:sldChg>
      <pc:sldChg chg="addSp delSp modSp add mod">
        <pc:chgData name="Gorlekoppa, Shidlingayya" userId="87b2455b-f068-46d1-82f6-ecda64ed59a5" providerId="ADAL" clId="{B6F04373-C561-459D-A31F-AB44FEC042B7}" dt="2022-01-11T04:17:35.447" v="2165" actId="113"/>
        <pc:sldMkLst>
          <pc:docMk/>
          <pc:sldMk cId="296998934" sldId="284"/>
        </pc:sldMkLst>
        <pc:spChg chg="mod">
          <ac:chgData name="Gorlekoppa, Shidlingayya" userId="87b2455b-f068-46d1-82f6-ecda64ed59a5" providerId="ADAL" clId="{B6F04373-C561-459D-A31F-AB44FEC042B7}" dt="2022-01-11T04:09:59.857" v="1514" actId="1076"/>
          <ac:spMkLst>
            <pc:docMk/>
            <pc:sldMk cId="296998934" sldId="284"/>
            <ac:spMk id="5" creationId="{F96007D9-7675-438D-A747-AAA274612838}"/>
          </ac:spMkLst>
        </pc:spChg>
        <pc:spChg chg="del">
          <ac:chgData name="Gorlekoppa, Shidlingayya" userId="87b2455b-f068-46d1-82f6-ecda64ed59a5" providerId="ADAL" clId="{B6F04373-C561-459D-A31F-AB44FEC042B7}" dt="2022-01-11T04:01:30.264" v="1499" actId="478"/>
          <ac:spMkLst>
            <pc:docMk/>
            <pc:sldMk cId="296998934" sldId="284"/>
            <ac:spMk id="7" creationId="{D33EE108-23D3-4CCC-A169-D09E83C65F5D}"/>
          </ac:spMkLst>
        </pc:spChg>
        <pc:spChg chg="add mod">
          <ac:chgData name="Gorlekoppa, Shidlingayya" userId="87b2455b-f068-46d1-82f6-ecda64ed59a5" providerId="ADAL" clId="{B6F04373-C561-459D-A31F-AB44FEC042B7}" dt="2022-01-11T04:17:35.447" v="2165" actId="113"/>
          <ac:spMkLst>
            <pc:docMk/>
            <pc:sldMk cId="296998934" sldId="284"/>
            <ac:spMk id="10" creationId="{F418AAE4-6341-4D60-AB0B-5556C8DBCE2E}"/>
          </ac:spMkLst>
        </pc:spChg>
        <pc:spChg chg="add del mod">
          <ac:chgData name="Gorlekoppa, Shidlingayya" userId="87b2455b-f068-46d1-82f6-ecda64ed59a5" providerId="ADAL" clId="{B6F04373-C561-459D-A31F-AB44FEC042B7}" dt="2022-01-11T04:16:07.050" v="1978"/>
          <ac:spMkLst>
            <pc:docMk/>
            <pc:sldMk cId="296998934" sldId="284"/>
            <ac:spMk id="11" creationId="{8225C3CF-6199-4943-8102-CA44FB79A593}"/>
          </ac:spMkLst>
        </pc:spChg>
        <pc:picChg chg="del">
          <ac:chgData name="Gorlekoppa, Shidlingayya" userId="87b2455b-f068-46d1-82f6-ecda64ed59a5" providerId="ADAL" clId="{B6F04373-C561-459D-A31F-AB44FEC042B7}" dt="2022-01-11T04:01:32.281" v="1500" actId="478"/>
          <ac:picMkLst>
            <pc:docMk/>
            <pc:sldMk cId="296998934" sldId="284"/>
            <ac:picMk id="4" creationId="{73029008-6202-436C-B860-201DCD8785E8}"/>
          </ac:picMkLst>
        </pc:picChg>
        <pc:picChg chg="add mod">
          <ac:chgData name="Gorlekoppa, Shidlingayya" userId="87b2455b-f068-46d1-82f6-ecda64ed59a5" providerId="ADAL" clId="{B6F04373-C561-459D-A31F-AB44FEC042B7}" dt="2022-01-11T04:09:57.057" v="1513" actId="1076"/>
          <ac:picMkLst>
            <pc:docMk/>
            <pc:sldMk cId="296998934" sldId="284"/>
            <ac:picMk id="6" creationId="{DC163A0F-6F0B-445A-82A7-52201AE59A22}"/>
          </ac:picMkLst>
        </pc:picChg>
      </pc:sldChg>
      <pc:sldChg chg="addSp delSp modSp add mod">
        <pc:chgData name="Gorlekoppa, Shidlingayya" userId="87b2455b-f068-46d1-82f6-ecda64ed59a5" providerId="ADAL" clId="{B6F04373-C561-459D-A31F-AB44FEC042B7}" dt="2022-01-11T04:20:12.400" v="2246" actId="14100"/>
        <pc:sldMkLst>
          <pc:docMk/>
          <pc:sldMk cId="341259810" sldId="285"/>
        </pc:sldMkLst>
        <pc:spChg chg="del mod">
          <ac:chgData name="Gorlekoppa, Shidlingayya" userId="87b2455b-f068-46d1-82f6-ecda64ed59a5" providerId="ADAL" clId="{B6F04373-C561-459D-A31F-AB44FEC042B7}" dt="2022-01-11T04:19:32.415" v="2170" actId="478"/>
          <ac:spMkLst>
            <pc:docMk/>
            <pc:sldMk cId="341259810" sldId="285"/>
            <ac:spMk id="5" creationId="{F96007D9-7675-438D-A747-AAA274612838}"/>
          </ac:spMkLst>
        </pc:spChg>
        <pc:spChg chg="del">
          <ac:chgData name="Gorlekoppa, Shidlingayya" userId="87b2455b-f068-46d1-82f6-ecda64ed59a5" providerId="ADAL" clId="{B6F04373-C561-459D-A31F-AB44FEC042B7}" dt="2022-01-11T04:19:29.050" v="2168" actId="478"/>
          <ac:spMkLst>
            <pc:docMk/>
            <pc:sldMk cId="341259810" sldId="285"/>
            <ac:spMk id="10" creationId="{F418AAE4-6341-4D60-AB0B-5556C8DBCE2E}"/>
          </ac:spMkLst>
        </pc:spChg>
        <pc:spChg chg="add mod">
          <ac:chgData name="Gorlekoppa, Shidlingayya" userId="87b2455b-f068-46d1-82f6-ecda64ed59a5" providerId="ADAL" clId="{B6F04373-C561-459D-A31F-AB44FEC042B7}" dt="2022-01-11T04:20:12.400" v="2246" actId="14100"/>
          <ac:spMkLst>
            <pc:docMk/>
            <pc:sldMk cId="341259810" sldId="285"/>
            <ac:spMk id="11" creationId="{B83CE513-E1C1-4D50-B260-FB766F5C9EAC}"/>
          </ac:spMkLst>
        </pc:spChg>
        <pc:picChg chg="add mod">
          <ac:chgData name="Gorlekoppa, Shidlingayya" userId="87b2455b-f068-46d1-82f6-ecda64ed59a5" providerId="ADAL" clId="{B6F04373-C561-459D-A31F-AB44FEC042B7}" dt="2022-01-11T04:19:41.842" v="2173" actId="108"/>
          <ac:picMkLst>
            <pc:docMk/>
            <pc:sldMk cId="341259810" sldId="285"/>
            <ac:picMk id="4" creationId="{A67B1056-77F3-41DE-94EE-FFA727170B14}"/>
          </ac:picMkLst>
        </pc:picChg>
        <pc:picChg chg="del">
          <ac:chgData name="Gorlekoppa, Shidlingayya" userId="87b2455b-f068-46d1-82f6-ecda64ed59a5" providerId="ADAL" clId="{B6F04373-C561-459D-A31F-AB44FEC042B7}" dt="2022-01-11T04:19:27.676" v="2167" actId="478"/>
          <ac:picMkLst>
            <pc:docMk/>
            <pc:sldMk cId="341259810" sldId="285"/>
            <ac:picMk id="6" creationId="{DC163A0F-6F0B-445A-82A7-52201AE59A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C7C0C-D81F-45B8-B473-0DFCB50FB02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F7E33-D66B-4A38-BD7A-B2C912BF5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4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F7E33-D66B-4A38-BD7A-B2C912BF5A2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4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4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6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4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8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0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2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33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4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9A550-9102-4FDF-B590-EDCBC21814C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F6AD4E00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hidlingayya/Cpp11/blob/main/lambda_example3.cpp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hidlingayya/Cpp11/blob/main/lambda_example2.cpp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github.com/shidlingayya/Cpp11/blob/main/lambda_exampl1.cpp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idlingayya/Cpp11/blob/main/capture_by_value_mutable.cpp" TargetMode="External"/><Relationship Id="rId4" Type="http://schemas.openxmlformats.org/officeDocument/2006/relationships/hyperlink" Target="https://github.com/shidlingayya/Cpp11/blob/main/capture_by_value_const_in_nature.cp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dlingayya/Cpp11/blob/main/capture_by_value%20%26%20capture%20by%20reference.cpp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Cpp11/blob/main/capture_by_default.cpp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idlingayya/Cpp11/blob/main/auto_feature.cpp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dlingayya/Cpp11/blob/main/range_based_for_loop.cpp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hidlingayya/Cpp11/blob/main/uniform_initialization.cpp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Cpp11/blob/main/in_class_initialization.cpp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idlingayya/Cpp11/blob/main/final_keyword_inheritance.cpp" TargetMode="External"/><Relationship Id="rId4" Type="http://schemas.openxmlformats.org/officeDocument/2006/relationships/hyperlink" Target="https://github.com/shidlingayya/Cpp11/blob/main/final_keyword_virtual_function.cpp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idlingayya/Cpp11/blob/main/override_keyword_caught_signature_mismatch.cpp" TargetMode="External"/><Relationship Id="rId4" Type="http://schemas.openxmlformats.org/officeDocument/2006/relationships/hyperlink" Target="https://github.com/shidlingayya/Cpp11/blob/main/override_signature_mismatch.cpp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dlingayya/Cpp11/blob/main/delete_feature.cpp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dlingayya/Cpp11/blob/main/strongly_typed_enum.cpp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dlingayya/Cpp11/blob/main/move_constructor.cpp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www.geeksforgeeks.org/templates-cpp/" TargetMode="Externa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reference/tuple/tuple/operator=/" TargetMode="External"/><Relationship Id="rId2" Type="http://schemas.openxmlformats.org/officeDocument/2006/relationships/hyperlink" Target="https://cplusplus.com/reference/tuple/tuple/tuple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hyperlink" Target="https://cplusplus.com/reference/tuple/tuple/operators/" TargetMode="External"/><Relationship Id="rId4" Type="http://schemas.openxmlformats.org/officeDocument/2006/relationships/hyperlink" Target="https://cplusplus.com/reference/tuple/tuple/swap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7711" y="369072"/>
            <a:ext cx="1757705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C++ Versions</a:t>
            </a:r>
          </a:p>
        </p:txBody>
      </p:sp>
      <p:pic>
        <p:nvPicPr>
          <p:cNvPr id="5" name="Picture 4" descr="History of C++ - GeeksforGeeks">
            <a:extLst>
              <a:ext uri="{FF2B5EF4-FFF2-40B4-BE49-F238E27FC236}">
                <a16:creationId xmlns:a16="http://schemas.microsoft.com/office/drawing/2014/main" id="{AF1040CC-FAE5-E726-FB89-269168B45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" y="1044461"/>
            <a:ext cx="7287768" cy="5217942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208995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321C-1BFD-5415-9841-1EEEA15D5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B74B-EAF4-743A-2C8C-FAA0FA9E2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279" y="406267"/>
            <a:ext cx="2618343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C++ 11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7286A6-01FC-F449-3036-3F028183B9EC}"/>
              </a:ext>
            </a:extLst>
          </p:cNvPr>
          <p:cNvSpPr/>
          <p:nvPr/>
        </p:nvSpPr>
        <p:spPr>
          <a:xfrm>
            <a:off x="811576" y="859316"/>
            <a:ext cx="4619068" cy="5355312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lambda Expression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auto keyword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nullptr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Range Based For Loop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uniform Initialization list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/>
              <a:t>non-static </a:t>
            </a:r>
            <a:r>
              <a:rPr lang="en-US" dirty="0"/>
              <a:t>data members initializers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new data types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final / override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decltype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delete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Strongly typed enums – scoped enums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move Semantics –  move constructor and assignment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constructor delegation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user defined literals	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/>
              <a:t>rvalue</a:t>
            </a:r>
            <a:r>
              <a:rPr lang="en-US" dirty="0"/>
              <a:t> reference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Forwarding references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Static assertions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type alias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1F365-05E6-1774-77DA-FB6412206000}"/>
              </a:ext>
            </a:extLst>
          </p:cNvPr>
          <p:cNvSpPr/>
          <p:nvPr/>
        </p:nvSpPr>
        <p:spPr>
          <a:xfrm>
            <a:off x="5841940" y="859315"/>
            <a:ext cx="5075103" cy="4524315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attributes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/>
              <a:t>constexpr</a:t>
            </a:r>
            <a:r>
              <a:rPr lang="en-US" dirty="0"/>
              <a:t> and literal types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converting constructors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explicit conversion functions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Inline namespace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Right angle brackets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ref qualified member functions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trailing return types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/>
              <a:t>noexcept</a:t>
            </a:r>
            <a:r>
              <a:rPr lang="en-US" dirty="0"/>
              <a:t> specifier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char32_t and char16_t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raw string literals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alignof and alignas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Thread-local storage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defaulted and deleted functions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delegateting and inherited constructors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variadic templates</a:t>
            </a:r>
          </a:p>
        </p:txBody>
      </p:sp>
    </p:spTree>
    <p:extLst>
      <p:ext uri="{BB962C8B-B14F-4D97-AF65-F5344CB8AC3E}">
        <p14:creationId xmlns:p14="http://schemas.microsoft.com/office/powerpoint/2010/main" val="2984501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488" y="406267"/>
            <a:ext cx="2253711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C++ 11 Libraries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11576" y="859316"/>
            <a:ext cx="3671214" cy="5632311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&lt;array&gt;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&lt;atomic&gt;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cfenv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&lt;chrono&gt;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cintypes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conditional_variable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cstdint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cuchar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forward_list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&lt;future&gt;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initializer_list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&lt;mutex&gt;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&lt;random&gt;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&lt;ratio&gt;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&lt;regex&gt;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scoped_allocator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system_error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&lt;thread&gt;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&lt;tuple&gt;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typeindex</a:t>
            </a:r>
            <a:r>
              <a:rPr lang="en-US" dirty="0"/>
              <a:t>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F310D-28AA-E030-2CF2-FE2B122758BA}"/>
              </a:ext>
            </a:extLst>
          </p:cNvPr>
          <p:cNvSpPr/>
          <p:nvPr/>
        </p:nvSpPr>
        <p:spPr>
          <a:xfrm>
            <a:off x="5134532" y="859316"/>
            <a:ext cx="3671214" cy="923330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type_traits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unordered_map</a:t>
            </a:r>
            <a:r>
              <a:rPr lang="en-US" dirty="0"/>
              <a:t>&gt;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unordered_set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324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498" y="172091"/>
            <a:ext cx="3156960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Feature: Lambda 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21" y="652943"/>
            <a:ext cx="478349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Lambda expressions, also known as </a:t>
            </a:r>
            <a:r>
              <a:rPr lang="en-US" b="1" u="sng" dirty="0"/>
              <a:t>closures</a:t>
            </a:r>
            <a:r>
              <a:rPr lang="en-US" dirty="0"/>
              <a:t>, </a:t>
            </a:r>
            <a:r>
              <a:rPr lang="en-US" b="1" u="sng" dirty="0"/>
              <a:t>lambda functions</a:t>
            </a:r>
            <a:r>
              <a:rPr lang="en-US" dirty="0"/>
              <a:t>, </a:t>
            </a:r>
            <a:r>
              <a:rPr lang="en-US" b="1" u="sng" dirty="0"/>
              <a:t>function literals</a:t>
            </a:r>
            <a:r>
              <a:rPr lang="en-US" dirty="0"/>
              <a:t>, or just lambdas, have their own unique syntax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lambdas are used to encapsulate a few lines of code that are passed to </a:t>
            </a:r>
            <a:r>
              <a:rPr lang="en-US" b="1" u="sng" dirty="0"/>
              <a:t>Algorithms</a:t>
            </a:r>
            <a:r>
              <a:rPr lang="en-US" dirty="0"/>
              <a:t> or </a:t>
            </a:r>
            <a:r>
              <a:rPr lang="en-US" b="1" u="sng" dirty="0"/>
              <a:t>Asynchronous</a:t>
            </a:r>
            <a:r>
              <a:rPr lang="en-US" dirty="0"/>
              <a:t> functions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below are the list of </a:t>
            </a:r>
            <a:r>
              <a:rPr lang="en-US" b="1" u="sng" dirty="0"/>
              <a:t>compilers</a:t>
            </a:r>
            <a:r>
              <a:rPr lang="en-US" dirty="0"/>
              <a:t> which supports Lambda expressions:</a:t>
            </a:r>
          </a:p>
          <a:p>
            <a:r>
              <a:rPr lang="en-US" b="1" dirty="0"/>
              <a:t>      GCC 4.5 – Specify –</a:t>
            </a:r>
            <a:r>
              <a:rPr lang="en-US" b="1" dirty="0" err="1"/>
              <a:t>std</a:t>
            </a:r>
            <a:r>
              <a:rPr lang="en-US" b="1" dirty="0"/>
              <a:t> = </a:t>
            </a:r>
            <a:r>
              <a:rPr lang="en-US" b="1" dirty="0" err="1"/>
              <a:t>c++</a:t>
            </a:r>
            <a:r>
              <a:rPr lang="en-US" b="1" dirty="0"/>
              <a:t>11</a:t>
            </a:r>
          </a:p>
          <a:p>
            <a:r>
              <a:rPr lang="en-US" b="1" dirty="0"/>
              <a:t>      Microsoft Visual Studio 2010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basic syntax of lambda expression is:</a:t>
            </a:r>
          </a:p>
          <a:p>
            <a:r>
              <a:rPr lang="en-US" dirty="0"/>
              <a:t>      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1026" name="Picture 2" descr="Diagram that identifies the various parts of a lambda expression.">
            <a:extLst>
              <a:ext uri="{FF2B5EF4-FFF2-40B4-BE49-F238E27FC236}">
                <a16:creationId xmlns:a16="http://schemas.microsoft.com/office/drawing/2014/main" id="{897D0DB1-2C03-1F07-DF8A-E1706C00E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12" y="3796677"/>
            <a:ext cx="280987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4A0E2E-E428-2C80-FDF8-7A0A63BF488C}"/>
              </a:ext>
            </a:extLst>
          </p:cNvPr>
          <p:cNvCxnSpPr>
            <a:cxnSpLocks/>
          </p:cNvCxnSpPr>
          <p:nvPr/>
        </p:nvCxnSpPr>
        <p:spPr>
          <a:xfrm>
            <a:off x="5588961" y="693225"/>
            <a:ext cx="0" cy="5621493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962F1F1-5AA2-C91B-85D3-F4A3A6347966}"/>
              </a:ext>
            </a:extLst>
          </p:cNvPr>
          <p:cNvSpPr/>
          <p:nvPr/>
        </p:nvSpPr>
        <p:spPr>
          <a:xfrm>
            <a:off x="5913250" y="730169"/>
            <a:ext cx="79393" cy="4897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71E1C28-487B-97C6-DAC4-7F0C1D7932AA}"/>
              </a:ext>
            </a:extLst>
          </p:cNvPr>
          <p:cNvSpPr/>
          <p:nvPr/>
        </p:nvSpPr>
        <p:spPr>
          <a:xfrm>
            <a:off x="5995307" y="693225"/>
            <a:ext cx="415638" cy="165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5F90266-E1EA-9A14-41F1-6B74B6B49433}"/>
              </a:ext>
            </a:extLst>
          </p:cNvPr>
          <p:cNvSpPr/>
          <p:nvPr/>
        </p:nvSpPr>
        <p:spPr>
          <a:xfrm>
            <a:off x="5982301" y="5508041"/>
            <a:ext cx="415638" cy="165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C9B2FE-8D7A-C3E5-358F-BBCFC4323C34}"/>
              </a:ext>
            </a:extLst>
          </p:cNvPr>
          <p:cNvSpPr txBox="1"/>
          <p:nvPr/>
        </p:nvSpPr>
        <p:spPr>
          <a:xfrm>
            <a:off x="6397939" y="599845"/>
            <a:ext cx="259388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Conciseness and Readability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A9ECE342-4905-626D-7135-586359406119}"/>
              </a:ext>
            </a:extLst>
          </p:cNvPr>
          <p:cNvSpPr/>
          <p:nvPr/>
        </p:nvSpPr>
        <p:spPr>
          <a:xfrm>
            <a:off x="5982747" y="1707363"/>
            <a:ext cx="415638" cy="165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F60899C-E657-3431-366C-C5D50C01FCFE}"/>
              </a:ext>
            </a:extLst>
          </p:cNvPr>
          <p:cNvSpPr/>
          <p:nvPr/>
        </p:nvSpPr>
        <p:spPr>
          <a:xfrm>
            <a:off x="5992646" y="2604986"/>
            <a:ext cx="415638" cy="165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13C64C6-7090-D085-B099-29D22C93A6F1}"/>
              </a:ext>
            </a:extLst>
          </p:cNvPr>
          <p:cNvSpPr/>
          <p:nvPr/>
        </p:nvSpPr>
        <p:spPr>
          <a:xfrm>
            <a:off x="5974361" y="3430878"/>
            <a:ext cx="415638" cy="165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07DCEA7-837E-DFB7-A680-8A4753D77514}"/>
              </a:ext>
            </a:extLst>
          </p:cNvPr>
          <p:cNvSpPr/>
          <p:nvPr/>
        </p:nvSpPr>
        <p:spPr>
          <a:xfrm>
            <a:off x="5982301" y="4439054"/>
            <a:ext cx="415638" cy="165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A46ED8-BC84-9882-5DA7-49FE2446B0D8}"/>
              </a:ext>
            </a:extLst>
          </p:cNvPr>
          <p:cNvSpPr txBox="1"/>
          <p:nvPr/>
        </p:nvSpPr>
        <p:spPr>
          <a:xfrm>
            <a:off x="6401672" y="776104"/>
            <a:ext cx="5266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Lambdas allow us to define </a:t>
            </a:r>
            <a:r>
              <a:rPr lang="en-US" sz="1600" b="1" u="sng" dirty="0"/>
              <a:t>small</a:t>
            </a:r>
            <a:r>
              <a:rPr lang="en-US" sz="1600" dirty="0"/>
              <a:t>, </a:t>
            </a:r>
            <a:r>
              <a:rPr lang="en-US" sz="1600" b="1" u="sng" dirty="0"/>
              <a:t>self-contained</a:t>
            </a:r>
            <a:r>
              <a:rPr lang="en-US" sz="1600" dirty="0"/>
              <a:t> functions </a:t>
            </a:r>
            <a:r>
              <a:rPr lang="en-US" sz="1600" b="1" u="sng" dirty="0"/>
              <a:t>inline</a:t>
            </a:r>
            <a:r>
              <a:rPr lang="en-US" sz="1600" dirty="0"/>
              <a:t>, this can improve code readability by keeping logic together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B8F09A-BE08-AF2E-D84F-850BE0E1B9FD}"/>
              </a:ext>
            </a:extLst>
          </p:cNvPr>
          <p:cNvSpPr txBox="1"/>
          <p:nvPr/>
        </p:nvSpPr>
        <p:spPr>
          <a:xfrm>
            <a:off x="6397939" y="1620965"/>
            <a:ext cx="207226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Anonymous Functions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8EA6D4-6357-508C-9899-58C3794A15C8}"/>
              </a:ext>
            </a:extLst>
          </p:cNvPr>
          <p:cNvSpPr txBox="1"/>
          <p:nvPr/>
        </p:nvSpPr>
        <p:spPr>
          <a:xfrm>
            <a:off x="6408264" y="1879648"/>
            <a:ext cx="5626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Lambda are anonymous i.e. they don’t need function name which makes them ideal for function needed for a </a:t>
            </a:r>
            <a:r>
              <a:rPr lang="en-US" sz="1600" b="1" u="sng" dirty="0"/>
              <a:t>specific context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F30F07-E991-0883-968C-0F79F76809EC}"/>
              </a:ext>
            </a:extLst>
          </p:cNvPr>
          <p:cNvSpPr txBox="1"/>
          <p:nvPr/>
        </p:nvSpPr>
        <p:spPr>
          <a:xfrm>
            <a:off x="6417520" y="2518588"/>
            <a:ext cx="227436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Functional Programming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82D8A5-E2D0-E34A-0B1D-E148956A5723}"/>
              </a:ext>
            </a:extLst>
          </p:cNvPr>
          <p:cNvSpPr txBox="1"/>
          <p:nvPr/>
        </p:nvSpPr>
        <p:spPr>
          <a:xfrm>
            <a:off x="6408264" y="2764345"/>
            <a:ext cx="5626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Lambda allow to pass function to other function as argument it enables higher order functions and more flexible code structures</a:t>
            </a:r>
            <a:endParaRPr lang="en-US" sz="1600" b="1" u="sng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1A8F89-CCB6-0DCF-2B4E-6C58DE75B108}"/>
              </a:ext>
            </a:extLst>
          </p:cNvPr>
          <p:cNvSpPr txBox="1"/>
          <p:nvPr/>
        </p:nvSpPr>
        <p:spPr>
          <a:xfrm>
            <a:off x="6408264" y="3314034"/>
            <a:ext cx="157195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Capturing State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581AC5-C016-8EA9-B48C-9479216F66A1}"/>
              </a:ext>
            </a:extLst>
          </p:cNvPr>
          <p:cNvSpPr txBox="1"/>
          <p:nvPr/>
        </p:nvSpPr>
        <p:spPr>
          <a:xfrm>
            <a:off x="6389999" y="3522852"/>
            <a:ext cx="5626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Lambda provides capability to </a:t>
            </a:r>
            <a:r>
              <a:rPr lang="en-US" sz="1600" b="1" dirty="0"/>
              <a:t>capture by value </a:t>
            </a:r>
            <a:r>
              <a:rPr lang="en-US" sz="1600" dirty="0"/>
              <a:t>and </a:t>
            </a:r>
            <a:r>
              <a:rPr lang="en-US" sz="1600" b="1" dirty="0"/>
              <a:t>reference</a:t>
            </a:r>
            <a:r>
              <a:rPr lang="en-US" sz="1600" dirty="0"/>
              <a:t> which allows them to access and modify external data within their own scope</a:t>
            </a:r>
            <a:endParaRPr lang="en-US" sz="1600" b="1" u="sn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6175AD-3A79-6336-611A-31624B4B3365}"/>
              </a:ext>
            </a:extLst>
          </p:cNvPr>
          <p:cNvSpPr txBox="1"/>
          <p:nvPr/>
        </p:nvSpPr>
        <p:spPr>
          <a:xfrm>
            <a:off x="6397939" y="4332761"/>
            <a:ext cx="8807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Efficient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779589-2B5F-8B43-351C-F9AC2C6B1519}"/>
              </a:ext>
            </a:extLst>
          </p:cNvPr>
          <p:cNvSpPr txBox="1"/>
          <p:nvPr/>
        </p:nvSpPr>
        <p:spPr>
          <a:xfrm>
            <a:off x="6408264" y="4562667"/>
            <a:ext cx="5626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Lambdas are efficient because they compiled directly into the code without the overhead of creating and managing separate objects</a:t>
            </a:r>
            <a:endParaRPr lang="en-US" sz="1600" b="1" u="sn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D738D3-7DF2-5D40-EF71-92E4ADE4759E}"/>
              </a:ext>
            </a:extLst>
          </p:cNvPr>
          <p:cNvSpPr txBox="1"/>
          <p:nvPr/>
        </p:nvSpPr>
        <p:spPr>
          <a:xfrm>
            <a:off x="6408263" y="5375463"/>
            <a:ext cx="245864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Inline Function Definition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5BAA27-B90E-2555-A263-E79223002534}"/>
              </a:ext>
            </a:extLst>
          </p:cNvPr>
          <p:cNvSpPr txBox="1"/>
          <p:nvPr/>
        </p:nvSpPr>
        <p:spPr>
          <a:xfrm>
            <a:off x="6417520" y="5661544"/>
            <a:ext cx="5626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Lambdas can be defined directly where they are used, reducing clutter and making the code easier to follow</a:t>
            </a:r>
            <a:endParaRPr lang="en-US" sz="1600" b="1" u="sng" dirty="0"/>
          </a:p>
        </p:txBody>
      </p:sp>
    </p:spTree>
    <p:extLst>
      <p:ext uri="{BB962C8B-B14F-4D97-AF65-F5344CB8AC3E}">
        <p14:creationId xmlns:p14="http://schemas.microsoft.com/office/powerpoint/2010/main" val="212723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279" y="406267"/>
            <a:ext cx="2490703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Use case descriptions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786" y="859316"/>
            <a:ext cx="429841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Case 1 – The lambda function which doesn’t take any argument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Case 2 -- The lambda expression which takes argument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53" y="1527717"/>
            <a:ext cx="4276642" cy="1123611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53" y="3521494"/>
            <a:ext cx="4294802" cy="2376966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8F60EB-7B80-A136-76F0-4FFE1EB12E5F}"/>
              </a:ext>
            </a:extLst>
          </p:cNvPr>
          <p:cNvCxnSpPr>
            <a:cxnSpLocks/>
          </p:cNvCxnSpPr>
          <p:nvPr/>
        </p:nvCxnSpPr>
        <p:spPr>
          <a:xfrm>
            <a:off x="5707833" y="710747"/>
            <a:ext cx="0" cy="5621493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9982E0-9E1D-29B0-419C-A80F751405F2}"/>
              </a:ext>
            </a:extLst>
          </p:cNvPr>
          <p:cNvSpPr txBox="1"/>
          <p:nvPr/>
        </p:nvSpPr>
        <p:spPr>
          <a:xfrm>
            <a:off x="980694" y="5898460"/>
            <a:ext cx="4396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Cpp11/lambda_exampl1.cpp at main · </a:t>
            </a:r>
            <a:r>
              <a:rPr lang="en-US" sz="1400" dirty="0" err="1">
                <a:hlinkClick r:id="rId4"/>
              </a:rPr>
              <a:t>shidlingayya</a:t>
            </a:r>
            <a:r>
              <a:rPr lang="en-US" sz="1400" dirty="0">
                <a:hlinkClick r:id="rId4"/>
              </a:rPr>
              <a:t>/Cpp11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C1CE9A-6D7E-CD35-334F-627063298264}"/>
              </a:ext>
            </a:extLst>
          </p:cNvPr>
          <p:cNvSpPr txBox="1"/>
          <p:nvPr/>
        </p:nvSpPr>
        <p:spPr>
          <a:xfrm>
            <a:off x="5845302" y="710747"/>
            <a:ext cx="5456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Case 3 – The return type can be mentioned in lambda expression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821" y="1357079"/>
            <a:ext cx="5152314" cy="1569002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0DBC0A-0135-2737-0EA2-4FC7032286F5}"/>
              </a:ext>
            </a:extLst>
          </p:cNvPr>
          <p:cNvSpPr txBox="1"/>
          <p:nvPr/>
        </p:nvSpPr>
        <p:spPr>
          <a:xfrm>
            <a:off x="6097524" y="2972653"/>
            <a:ext cx="5277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6"/>
              </a:rPr>
              <a:t>Cpp11/lambda_example2.cpp at main · </a:t>
            </a:r>
            <a:r>
              <a:rPr lang="en-US" sz="1400" dirty="0" err="1">
                <a:hlinkClick r:id="rId6"/>
              </a:rPr>
              <a:t>shidlingayya</a:t>
            </a:r>
            <a:r>
              <a:rPr lang="en-US" sz="1400" dirty="0">
                <a:hlinkClick r:id="rId6"/>
              </a:rPr>
              <a:t>/Cpp11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C7792-B156-B15E-5617-5A2443D085C2}"/>
              </a:ext>
            </a:extLst>
          </p:cNvPr>
          <p:cNvSpPr txBox="1"/>
          <p:nvPr/>
        </p:nvSpPr>
        <p:spPr>
          <a:xfrm>
            <a:off x="5845301" y="335777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Case 4 – This lambda expression very helpful with STL algorithms such as </a:t>
            </a:r>
            <a:r>
              <a:rPr lang="en-US" dirty="0" err="1"/>
              <a:t>count_if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2820" y="3973333"/>
            <a:ext cx="5152315" cy="1647754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22C13B-F935-1B83-3539-CBB4A737B371}"/>
              </a:ext>
            </a:extLst>
          </p:cNvPr>
          <p:cNvSpPr txBox="1"/>
          <p:nvPr/>
        </p:nvSpPr>
        <p:spPr>
          <a:xfrm>
            <a:off x="6097524" y="5626523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8"/>
              </a:rPr>
              <a:t>Cpp11/lambda_example3.cpp at main · </a:t>
            </a:r>
            <a:r>
              <a:rPr lang="en-US" sz="1400" dirty="0" err="1">
                <a:hlinkClick r:id="rId8"/>
              </a:rPr>
              <a:t>shidlingayya</a:t>
            </a:r>
            <a:r>
              <a:rPr lang="en-US" sz="1400" dirty="0">
                <a:hlinkClick r:id="rId8"/>
              </a:rPr>
              <a:t>/Cpp11</a:t>
            </a:r>
            <a:endParaRPr lang="en-US" sz="14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E292461-7C96-00E2-C36D-FC923900EC5A}"/>
              </a:ext>
            </a:extLst>
          </p:cNvPr>
          <p:cNvSpPr txBox="1">
            <a:spLocks/>
          </p:cNvSpPr>
          <p:nvPr/>
        </p:nvSpPr>
        <p:spPr>
          <a:xfrm>
            <a:off x="389128" y="91168"/>
            <a:ext cx="3480345" cy="453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u="sng"/>
              <a:t>Lambda Expression continued…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256392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9128" y="91168"/>
            <a:ext cx="3480345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Lambda Expression continued…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33" y="519722"/>
            <a:ext cx="1117236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The capture clause is used to (indirectly) give a </a:t>
            </a:r>
            <a:r>
              <a:rPr lang="en-US" b="1" u="sng" dirty="0"/>
              <a:t>lambda access to variables available</a:t>
            </a:r>
            <a:r>
              <a:rPr lang="en-US" dirty="0"/>
              <a:t> in the </a:t>
            </a:r>
            <a:r>
              <a:rPr lang="en-US" b="1" u="sng" dirty="0"/>
              <a:t>surrounding</a:t>
            </a:r>
            <a:r>
              <a:rPr lang="en-US" dirty="0"/>
              <a:t> </a:t>
            </a:r>
            <a:r>
              <a:rPr lang="en-US" b="1" u="sng" dirty="0"/>
              <a:t>scope</a:t>
            </a:r>
            <a:r>
              <a:rPr lang="en-US" dirty="0"/>
              <a:t> that it normally would not have access to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b="1" u="sng" dirty="0"/>
              <a:t>How lambda function works</a:t>
            </a:r>
            <a:r>
              <a:rPr lang="en-US" dirty="0"/>
              <a:t>?</a:t>
            </a:r>
          </a:p>
          <a:p>
            <a:pPr marL="742950" lvl="2" indent="-285750">
              <a:buFont typeface="Courier New" panose="02070309020205020404" pitchFamily="49" charset="0"/>
              <a:buChar char="o"/>
            </a:pPr>
            <a:r>
              <a:rPr lang="en-US" dirty="0"/>
              <a:t>When lambda function is executed, for each variable that lambda captures, a </a:t>
            </a:r>
            <a:r>
              <a:rPr lang="en-US" b="1" u="sng" dirty="0"/>
              <a:t>clone</a:t>
            </a:r>
            <a:r>
              <a:rPr lang="en-US" dirty="0"/>
              <a:t> of that variable is created with </a:t>
            </a:r>
            <a:r>
              <a:rPr lang="en-US" b="1" u="sng" dirty="0"/>
              <a:t>identical name inside lambda</a:t>
            </a:r>
            <a:r>
              <a:rPr lang="en-US" dirty="0"/>
              <a:t>. These cloned variables are initialized from the outer scope variables same name at this point</a:t>
            </a:r>
          </a:p>
          <a:p>
            <a:pPr marL="742950" lvl="2" indent="-285750">
              <a:buFont typeface="Courier New" panose="02070309020205020404" pitchFamily="49" charset="0"/>
              <a:buChar char="o"/>
            </a:pPr>
            <a:r>
              <a:rPr lang="en-US" dirty="0"/>
              <a:t>The captured values are treated as a </a:t>
            </a:r>
            <a:r>
              <a:rPr lang="en-US" b="1" u="sng" dirty="0"/>
              <a:t>const</a:t>
            </a:r>
            <a:r>
              <a:rPr lang="en-US" dirty="0"/>
              <a:t> – Meaning we can’t modify these captures inside lambda definition unless it is defined as a mutable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captures can be of following types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u="sng" dirty="0"/>
              <a:t>Capture by Reference </a:t>
            </a:r>
            <a:r>
              <a:rPr lang="en-US" dirty="0"/>
              <a:t>- 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[&amp;] : capture all external variables by reference 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u="sng" dirty="0"/>
              <a:t>Capture by Value </a:t>
            </a:r>
            <a:r>
              <a:rPr lang="en-US" dirty="0"/>
              <a:t>- 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[=] : capture all external variables by value 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u="sng" dirty="0"/>
              <a:t>Capture by mixed </a:t>
            </a:r>
            <a:r>
              <a:rPr lang="en-US" dirty="0"/>
              <a:t>- 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[a, &amp;b] : capture a by value and b by reference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rgbClr val="273239"/>
              </a:solidFill>
              <a:latin typeface="urw-din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rgbClr val="273239"/>
              </a:solidFill>
              <a:latin typeface="urw-din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rgbClr val="273239"/>
              </a:solidFill>
              <a:latin typeface="urw-din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rgbClr val="273239"/>
              </a:solidFill>
              <a:latin typeface="urw-din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rgbClr val="273239"/>
              </a:solidFill>
              <a:latin typeface="urw-din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rgbClr val="273239"/>
              </a:solidFill>
              <a:latin typeface="urw-din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rgbClr val="273239"/>
              </a:solidFill>
              <a:latin typeface="urw-din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457200" lvl="2"/>
            <a:endParaRPr lang="en-US" dirty="0"/>
          </a:p>
          <a:p>
            <a:pPr marL="457200"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51AA3-6949-AABB-7524-45596196A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395" y="3992136"/>
            <a:ext cx="4925122" cy="2607427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1B675F-8D19-726B-BB7E-C7E07B253EBF}"/>
              </a:ext>
            </a:extLst>
          </p:cNvPr>
          <p:cNvSpPr txBox="1"/>
          <p:nvPr/>
        </p:nvSpPr>
        <p:spPr>
          <a:xfrm>
            <a:off x="6578065" y="4470722"/>
            <a:ext cx="5352586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example always </a:t>
            </a:r>
            <a:r>
              <a:rPr lang="en-US" b="1" u="sng" dirty="0"/>
              <a:t>30</a:t>
            </a:r>
            <a:r>
              <a:rPr lang="en-US" dirty="0"/>
              <a:t> being checked, If want to pass the </a:t>
            </a:r>
            <a:r>
              <a:rPr lang="en-US" b="1" u="sng" dirty="0"/>
              <a:t>custom input value </a:t>
            </a:r>
            <a:r>
              <a:rPr lang="en-US" dirty="0"/>
              <a:t>to check different values for program. Then there has to be some means to pass value to Lambda definition, this can be achieved with capture</a:t>
            </a:r>
          </a:p>
        </p:txBody>
      </p:sp>
    </p:spTree>
    <p:extLst>
      <p:ext uri="{BB962C8B-B14F-4D97-AF65-F5344CB8AC3E}">
        <p14:creationId xmlns:p14="http://schemas.microsoft.com/office/powerpoint/2010/main" val="2005173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036" y="106613"/>
            <a:ext cx="3823851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Lambda Expression continued…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844" y="731120"/>
            <a:ext cx="4268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Case 1: Capture by Value (non-modifiable)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576ADD-2E11-8F11-F898-418554806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54" y="1100452"/>
            <a:ext cx="5581579" cy="4861436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7C6AA9-4C96-0738-39C2-FFCBED108A03}"/>
              </a:ext>
            </a:extLst>
          </p:cNvPr>
          <p:cNvSpPr/>
          <p:nvPr/>
        </p:nvSpPr>
        <p:spPr>
          <a:xfrm>
            <a:off x="2359338" y="3284880"/>
            <a:ext cx="1520130" cy="246289"/>
          </a:xfrm>
          <a:prstGeom prst="roundRect">
            <a:avLst/>
          </a:prstGeom>
          <a:solidFill>
            <a:schemeClr val="accent1">
              <a:alpha val="24000"/>
            </a:schemeClr>
          </a:solidFill>
          <a:ln w="19050">
            <a:solidFill>
              <a:schemeClr val="accent1">
                <a:shade val="15000"/>
                <a:alpha val="9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564360-2037-294B-073D-6A7E4BEF58BF}"/>
              </a:ext>
            </a:extLst>
          </p:cNvPr>
          <p:cNvCxnSpPr>
            <a:cxnSpLocks/>
          </p:cNvCxnSpPr>
          <p:nvPr/>
        </p:nvCxnSpPr>
        <p:spPr>
          <a:xfrm>
            <a:off x="6481387" y="838986"/>
            <a:ext cx="0" cy="5806029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5F74C21-200B-661E-342A-05B0E47B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368" y="1374909"/>
            <a:ext cx="5032992" cy="4586980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81368" y="728577"/>
            <a:ext cx="5032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u="sng" dirty="0"/>
              <a:t>Case 2</a:t>
            </a:r>
            <a:r>
              <a:rPr lang="en-US" b="1" dirty="0"/>
              <a:t>: Capture by reference</a:t>
            </a:r>
            <a:r>
              <a:rPr lang="en-US" dirty="0"/>
              <a:t>: This type of capture by default </a:t>
            </a:r>
            <a:r>
              <a:rPr lang="en-US" b="1" u="sng" dirty="0"/>
              <a:t>modifiable</a:t>
            </a:r>
            <a:r>
              <a:rPr lang="en-US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0196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279" y="406267"/>
            <a:ext cx="3823851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Lambda Expression continued…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3" y="859316"/>
            <a:ext cx="6201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27112" y="859315"/>
            <a:ext cx="6588088" cy="367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captured value is </a:t>
            </a:r>
            <a:r>
              <a:rPr lang="en-US" b="1" u="sng" dirty="0"/>
              <a:t>constant</a:t>
            </a:r>
            <a:r>
              <a:rPr lang="en-US" dirty="0"/>
              <a:t> in nature &amp; can’t be modified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A8EF3-356A-AE8F-8C76-C7035BA1A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19" y="1320981"/>
            <a:ext cx="4965681" cy="4589165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46CBAB-B154-9CC3-BDB5-20A661FBEC76}"/>
              </a:ext>
            </a:extLst>
          </p:cNvPr>
          <p:cNvCxnSpPr>
            <a:cxnSpLocks/>
          </p:cNvCxnSpPr>
          <p:nvPr/>
        </p:nvCxnSpPr>
        <p:spPr>
          <a:xfrm>
            <a:off x="6434253" y="1226634"/>
            <a:ext cx="0" cy="5418381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30521CD-2B24-6C8E-8028-B55948A92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507" y="1226634"/>
            <a:ext cx="5000983" cy="4683512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63AAC8-F927-AEAC-4E49-8AE5EAE5DF5B}"/>
              </a:ext>
            </a:extLst>
          </p:cNvPr>
          <p:cNvSpPr txBox="1"/>
          <p:nvPr/>
        </p:nvSpPr>
        <p:spPr>
          <a:xfrm>
            <a:off x="1062990" y="5954298"/>
            <a:ext cx="5033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Cpp11/capture_by_value_const_in_nature.cpp at main · </a:t>
            </a:r>
            <a:r>
              <a:rPr lang="en-US" sz="1400" dirty="0" err="1">
                <a:hlinkClick r:id="rId4"/>
              </a:rPr>
              <a:t>shidlingayya</a:t>
            </a:r>
            <a:r>
              <a:rPr lang="en-US" sz="1400" dirty="0">
                <a:hlinkClick r:id="rId4"/>
              </a:rPr>
              <a:t>/Cpp11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513824-8A7C-A90D-7B78-DCC4E9C02956}"/>
              </a:ext>
            </a:extLst>
          </p:cNvPr>
          <p:cNvSpPr txBox="1"/>
          <p:nvPr/>
        </p:nvSpPr>
        <p:spPr>
          <a:xfrm>
            <a:off x="6659118" y="5892742"/>
            <a:ext cx="5114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/>
              </a:rPr>
              <a:t>Cpp11/capture_by_value_mutable.cpp at main · </a:t>
            </a:r>
            <a:r>
              <a:rPr lang="en-US" sz="1400" dirty="0" err="1">
                <a:hlinkClick r:id="rId5"/>
              </a:rPr>
              <a:t>shidlingayya</a:t>
            </a:r>
            <a:r>
              <a:rPr lang="en-US" sz="1400" dirty="0">
                <a:hlinkClick r:id="rId5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0897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279" y="406267"/>
            <a:ext cx="4314940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Lambda Expression continued…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949" y="908258"/>
            <a:ext cx="880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u="sng"/>
              <a:t>Case 3: </a:t>
            </a:r>
            <a:r>
              <a:rPr lang="en-US" b="1" u="sng" dirty="0"/>
              <a:t>Capture by mixture</a:t>
            </a:r>
            <a:r>
              <a:rPr lang="en-US" dirty="0"/>
              <a:t>:  We can mix both capture by value and capture by reference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BBE33-E272-B879-92FC-76DDCD396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49" y="1470103"/>
            <a:ext cx="6858000" cy="3917794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F5C606-18E3-381A-542A-9206DC2B6381}"/>
              </a:ext>
            </a:extLst>
          </p:cNvPr>
          <p:cNvSpPr txBox="1"/>
          <p:nvPr/>
        </p:nvSpPr>
        <p:spPr>
          <a:xfrm>
            <a:off x="8200192" y="2764830"/>
            <a:ext cx="3831974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var1 captured using value</a:t>
            </a:r>
          </a:p>
          <a:p>
            <a:r>
              <a:rPr lang="en-US" dirty="0"/>
              <a:t>var2 capture using reference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FB08EC-5007-9444-B2AA-3C2DF29D2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678" y="3506073"/>
            <a:ext cx="2438400" cy="1419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44D776-6AFA-7D18-C3CA-0DB5681CFDD4}"/>
              </a:ext>
            </a:extLst>
          </p:cNvPr>
          <p:cNvSpPr txBox="1"/>
          <p:nvPr/>
        </p:nvSpPr>
        <p:spPr>
          <a:xfrm>
            <a:off x="779525" y="5387897"/>
            <a:ext cx="6949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Cpp11/</a:t>
            </a:r>
            <a:r>
              <a:rPr lang="en-US" sz="1400" dirty="0" err="1">
                <a:hlinkClick r:id="rId4"/>
              </a:rPr>
              <a:t>capture_by_value</a:t>
            </a:r>
            <a:r>
              <a:rPr lang="en-US" sz="1400" dirty="0">
                <a:hlinkClick r:id="rId4"/>
              </a:rPr>
              <a:t> &amp; capture by reference.cpp at main · </a:t>
            </a:r>
            <a:r>
              <a:rPr lang="en-US" sz="1400" dirty="0" err="1">
                <a:hlinkClick r:id="rId4"/>
              </a:rPr>
              <a:t>shidlingayya</a:t>
            </a:r>
            <a:r>
              <a:rPr lang="en-US" sz="1400" dirty="0">
                <a:hlinkClick r:id="rId4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120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279" y="406267"/>
            <a:ext cx="4314940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Lambda Expression continued…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949" y="908258"/>
            <a:ext cx="104036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u="sng" dirty="0"/>
              <a:t>Default capture:</a:t>
            </a:r>
          </a:p>
          <a:p>
            <a:pPr marL="0" lvl="1"/>
            <a:r>
              <a:rPr lang="en-US" dirty="0"/>
              <a:t>A </a:t>
            </a:r>
            <a:r>
              <a:rPr lang="en-US" b="1" u="sng" dirty="0"/>
              <a:t>default capture </a:t>
            </a:r>
            <a:r>
              <a:rPr lang="en-US" dirty="0"/>
              <a:t>(also called a capture-default) </a:t>
            </a:r>
            <a:r>
              <a:rPr lang="en-US" b="1" u="sng" dirty="0"/>
              <a:t>captures all variables </a:t>
            </a:r>
            <a:r>
              <a:rPr lang="en-US" dirty="0"/>
              <a:t>that are mentioned in the lambda. </a:t>
            </a:r>
          </a:p>
          <a:p>
            <a:pPr marL="0" lvl="1"/>
            <a:r>
              <a:rPr lang="en-US" dirty="0"/>
              <a:t>Variables not mentioned in the lambda are not captured if a default capture is used</a:t>
            </a:r>
          </a:p>
          <a:p>
            <a:pPr marL="0" lvl="1"/>
            <a:r>
              <a:rPr lang="en-US" dirty="0"/>
              <a:t>The default capture has to be </a:t>
            </a:r>
            <a:r>
              <a:rPr lang="en-US" b="1" u="sng" dirty="0"/>
              <a:t>first argument </a:t>
            </a:r>
            <a:r>
              <a:rPr lang="en-US" dirty="0"/>
              <a:t>always in </a:t>
            </a:r>
            <a:r>
              <a:rPr lang="en-US" b="1" u="sng" dirty="0"/>
              <a:t>capture</a:t>
            </a:r>
            <a:r>
              <a:rPr lang="en-US" dirty="0"/>
              <a:t> list if more than one argument is being passed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EDB6B-C95D-305D-AD7E-A74C529A9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85" y="2157529"/>
            <a:ext cx="6859747" cy="4016997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0843B3-B60D-1D3D-55A0-8D3BADC16112}"/>
              </a:ext>
            </a:extLst>
          </p:cNvPr>
          <p:cNvSpPr txBox="1"/>
          <p:nvPr/>
        </p:nvSpPr>
        <p:spPr>
          <a:xfrm>
            <a:off x="8088122" y="2782669"/>
            <a:ext cx="3095993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width</a:t>
            </a:r>
            <a:r>
              <a:rPr lang="en-US" dirty="0"/>
              <a:t> and </a:t>
            </a:r>
            <a:r>
              <a:rPr lang="en-US" b="1" u="sng" dirty="0"/>
              <a:t>height</a:t>
            </a:r>
            <a:r>
              <a:rPr lang="en-US" dirty="0"/>
              <a:t> are captured because they are mentioned..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1013D-318F-76EA-06A5-4CFDB6AE2152}"/>
              </a:ext>
            </a:extLst>
          </p:cNvPr>
          <p:cNvSpPr txBox="1"/>
          <p:nvPr/>
        </p:nvSpPr>
        <p:spPr>
          <a:xfrm>
            <a:off x="943877" y="6223468"/>
            <a:ext cx="685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Cpp11/capture_by_default.cpp at main · </a:t>
            </a:r>
            <a:r>
              <a:rPr lang="en-US" sz="1400" dirty="0" err="1">
                <a:hlinkClick r:id="rId3"/>
              </a:rPr>
              <a:t>shidlingayya</a:t>
            </a:r>
            <a:r>
              <a:rPr lang="en-US" sz="1400" dirty="0">
                <a:hlinkClick r:id="rId3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57798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279" y="406267"/>
            <a:ext cx="4314940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Lambda Expression continued…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949" y="908258"/>
            <a:ext cx="78890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Default capture can be mixed with normal captures, we can capture some variables by value and some values by reference. But each value must be capture only once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5C980-9AD5-BC77-2BD3-95060B5D0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62" y="1880530"/>
            <a:ext cx="7697975" cy="4501027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16615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279" y="406267"/>
            <a:ext cx="4314940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Lambda Expression continued…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949" y="908258"/>
            <a:ext cx="10871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There can be new value declared in lambda definition – No need to specify type of lambda variable which is declared inside lambda definition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54AAAF-82AC-3C87-E2D1-BC195B19B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50" y="1603531"/>
            <a:ext cx="8061178" cy="4563093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7EF98B-340F-53E9-67B7-EBD2A924EA5D}"/>
              </a:ext>
            </a:extLst>
          </p:cNvPr>
          <p:cNvSpPr txBox="1"/>
          <p:nvPr/>
        </p:nvSpPr>
        <p:spPr>
          <a:xfrm>
            <a:off x="9181499" y="4020015"/>
            <a:ext cx="287296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new_area</a:t>
            </a:r>
            <a:r>
              <a:rPr lang="en-US" dirty="0"/>
              <a:t> is new variable only applicable to lambda definition scope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7EDC9F-30CB-2650-693E-FDFF4AB14FE1}"/>
              </a:ext>
            </a:extLst>
          </p:cNvPr>
          <p:cNvSpPr/>
          <p:nvPr/>
        </p:nvSpPr>
        <p:spPr>
          <a:xfrm>
            <a:off x="5486400" y="3735659"/>
            <a:ext cx="609600" cy="28435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96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40" y="252031"/>
            <a:ext cx="1573712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Feature: auto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9657" y="705080"/>
            <a:ext cx="56663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Earlier version of auto keyword got </a:t>
            </a:r>
            <a:r>
              <a:rPr lang="en-US" b="1" u="sng" dirty="0"/>
              <a:t>deprecated </a:t>
            </a:r>
            <a:r>
              <a:rPr lang="en-US" dirty="0"/>
              <a:t>(was storage class)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“auto” keyword can be used to implicitly identify the type of variable during compile time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Variable declaration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Function return type  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7" y="2546957"/>
            <a:ext cx="5733396" cy="29577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6AEC04-8DBB-7B3B-B10E-52E165523C01}"/>
              </a:ext>
            </a:extLst>
          </p:cNvPr>
          <p:cNvCxnSpPr>
            <a:cxnSpLocks/>
          </p:cNvCxnSpPr>
          <p:nvPr/>
        </p:nvCxnSpPr>
        <p:spPr>
          <a:xfrm>
            <a:off x="6336793" y="705080"/>
            <a:ext cx="0" cy="5846549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587" y="1089043"/>
            <a:ext cx="5324630" cy="248845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Oval 6"/>
          <p:cNvSpPr/>
          <p:nvPr/>
        </p:nvSpPr>
        <p:spPr>
          <a:xfrm>
            <a:off x="6945561" y="1825185"/>
            <a:ext cx="2500829" cy="352539"/>
          </a:xfrm>
          <a:prstGeom prst="ellipse">
            <a:avLst/>
          </a:prstGeom>
          <a:noFill/>
          <a:ln>
            <a:solidFill>
              <a:schemeClr val="accent1">
                <a:shade val="50000"/>
                <a:alpha val="9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577587" y="705080"/>
            <a:ext cx="17737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Without “auto”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35" y="4130350"/>
            <a:ext cx="5391682" cy="226695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10534" y="3780333"/>
            <a:ext cx="17737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With “auto”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605F4F-B05B-58C7-13D7-EE2E43439A94}"/>
              </a:ext>
            </a:extLst>
          </p:cNvPr>
          <p:cNvSpPr txBox="1"/>
          <p:nvPr/>
        </p:nvSpPr>
        <p:spPr>
          <a:xfrm>
            <a:off x="329189" y="5629352"/>
            <a:ext cx="5833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/>
              </a:rPr>
              <a:t>Cpp11/auto_feature.cpp at main · </a:t>
            </a:r>
            <a:r>
              <a:rPr lang="en-US" sz="1400" dirty="0" err="1">
                <a:hlinkClick r:id="rId5"/>
              </a:rPr>
              <a:t>shidlingayya</a:t>
            </a:r>
            <a:r>
              <a:rPr lang="en-US" sz="1400" dirty="0">
                <a:hlinkClick r:id="rId5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83756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9" y="252031"/>
            <a:ext cx="1964005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Feature: nullptr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9657" y="705080"/>
            <a:ext cx="59071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/>
              <a:t>nullptr</a:t>
            </a:r>
            <a:r>
              <a:rPr lang="en-US" dirty="0"/>
              <a:t> is a keyword that represents zero as an address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If we are writing something where we're referring to the zero address, rather than the value zero, we should use nullptr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NULL used to initialize the pointer – Its value is 0 --  hence 0 is double role for initializing integer &amp; pointers – Is not good idea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C++11 – nullptr is introduced to initialize the pointer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96" y="5047923"/>
            <a:ext cx="3067050" cy="144780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BF8B2E-3452-5F7A-C28A-9C5CAA886D2F}"/>
              </a:ext>
            </a:extLst>
          </p:cNvPr>
          <p:cNvCxnSpPr>
            <a:cxnSpLocks/>
          </p:cNvCxnSpPr>
          <p:nvPr/>
        </p:nvCxnSpPr>
        <p:spPr>
          <a:xfrm>
            <a:off x="6336793" y="644428"/>
            <a:ext cx="0" cy="5418381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734E5C-45BB-9D81-38FC-82A44B1D5BFB}"/>
              </a:ext>
            </a:extLst>
          </p:cNvPr>
          <p:cNvSpPr txBox="1"/>
          <p:nvPr/>
        </p:nvSpPr>
        <p:spPr>
          <a:xfrm>
            <a:off x="827696" y="2707285"/>
            <a:ext cx="4887304" cy="1754326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void f(int);</a:t>
            </a:r>
          </a:p>
          <a:p>
            <a:r>
              <a:rPr lang="en-US" dirty="0"/>
              <a:t>void f(int*);</a:t>
            </a:r>
          </a:p>
          <a:p>
            <a:endParaRPr lang="en-US" dirty="0"/>
          </a:p>
          <a:p>
            <a:r>
              <a:rPr lang="en-US" dirty="0"/>
              <a:t>f(NULL);     // calls f(int) — surprising!</a:t>
            </a:r>
          </a:p>
          <a:p>
            <a:r>
              <a:rPr lang="en-US" dirty="0"/>
              <a:t>f(0);        // also calls f(int)</a:t>
            </a:r>
          </a:p>
          <a:p>
            <a:r>
              <a:rPr lang="en-US" dirty="0"/>
              <a:t>f(</a:t>
            </a:r>
            <a:r>
              <a:rPr lang="en-US" dirty="0" err="1"/>
              <a:t>nullptr</a:t>
            </a:r>
            <a:r>
              <a:rPr lang="en-US" dirty="0"/>
              <a:t>);  // calls f(int*) — clear and correct</a:t>
            </a:r>
          </a:p>
        </p:txBody>
      </p:sp>
    </p:spTree>
    <p:extLst>
      <p:ext uri="{BB962C8B-B14F-4D97-AF65-F5344CB8AC3E}">
        <p14:creationId xmlns:p14="http://schemas.microsoft.com/office/powerpoint/2010/main" val="1600035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9" y="252031"/>
            <a:ext cx="3179488" cy="607285"/>
          </a:xfrm>
        </p:spPr>
        <p:txBody>
          <a:bodyPr>
            <a:normAutofit fontScale="90000"/>
          </a:bodyPr>
          <a:lstStyle/>
          <a:p>
            <a:r>
              <a:rPr lang="en-US" sz="2000" b="1" u="sng" dirty="0"/>
              <a:t>Feature: Range Based For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786" y="859316"/>
            <a:ext cx="5320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9657" y="859316"/>
            <a:ext cx="55566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generic format of Range Based for loop as follows:</a:t>
            </a:r>
          </a:p>
          <a:p>
            <a:pPr lvl="1"/>
            <a:r>
              <a:rPr lang="en-US" dirty="0"/>
              <a:t>      for(</a:t>
            </a:r>
            <a:r>
              <a:rPr lang="en-US" dirty="0" err="1"/>
              <a:t>range_declaration</a:t>
            </a:r>
            <a:r>
              <a:rPr lang="en-US" dirty="0"/>
              <a:t>: range expression) {</a:t>
            </a:r>
          </a:p>
          <a:p>
            <a:pPr lvl="1"/>
            <a:r>
              <a:rPr lang="en-US" dirty="0"/>
              <a:t>             loop statement;</a:t>
            </a:r>
          </a:p>
          <a:p>
            <a:pPr lvl="1"/>
            <a:r>
              <a:rPr lang="en-US" dirty="0"/>
              <a:t>      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24" y="2176052"/>
            <a:ext cx="5320117" cy="3893099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3641E-92AF-E006-8EC8-1744E9AB4081}"/>
              </a:ext>
            </a:extLst>
          </p:cNvPr>
          <p:cNvCxnSpPr>
            <a:cxnSpLocks/>
          </p:cNvCxnSpPr>
          <p:nvPr/>
        </p:nvCxnSpPr>
        <p:spPr>
          <a:xfrm>
            <a:off x="6205653" y="832157"/>
            <a:ext cx="0" cy="5418381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B9FB615-0CDD-38DE-8125-E61F1D8BC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960" y="1389889"/>
            <a:ext cx="5244393" cy="467926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78EF46-30B4-0254-AB06-A1E6F8A086B3}"/>
              </a:ext>
            </a:extLst>
          </p:cNvPr>
          <p:cNvSpPr txBox="1"/>
          <p:nvPr/>
        </p:nvSpPr>
        <p:spPr>
          <a:xfrm>
            <a:off x="6205653" y="859316"/>
            <a:ext cx="39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Helpful in accessing map made easy: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7C656-46CC-4B2F-1A2C-FCFBB37019B8}"/>
              </a:ext>
            </a:extLst>
          </p:cNvPr>
          <p:cNvSpPr txBox="1"/>
          <p:nvPr/>
        </p:nvSpPr>
        <p:spPr>
          <a:xfrm>
            <a:off x="666224" y="6088613"/>
            <a:ext cx="5320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Cpp11/range_based_for_loop.cpp at main · </a:t>
            </a:r>
            <a:r>
              <a:rPr lang="en-US" sz="1400" dirty="0" err="1">
                <a:hlinkClick r:id="rId4"/>
              </a:rPr>
              <a:t>shidlingayya</a:t>
            </a:r>
            <a:r>
              <a:rPr lang="en-US" sz="1400" dirty="0">
                <a:hlinkClick r:id="rId4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1822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9" y="252032"/>
            <a:ext cx="3291000" cy="395992"/>
          </a:xfrm>
        </p:spPr>
        <p:txBody>
          <a:bodyPr>
            <a:normAutofit fontScale="90000"/>
          </a:bodyPr>
          <a:lstStyle/>
          <a:p>
            <a:r>
              <a:rPr lang="en-US" sz="2000" b="1" u="sng" dirty="0"/>
              <a:t>Feature: Uniform Initialization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AB8845-9ED7-6CAE-7749-3C8DB48876E6}"/>
              </a:ext>
            </a:extLst>
          </p:cNvPr>
          <p:cNvCxnSpPr>
            <a:cxnSpLocks/>
          </p:cNvCxnSpPr>
          <p:nvPr/>
        </p:nvCxnSpPr>
        <p:spPr>
          <a:xfrm>
            <a:off x="6428233" y="536150"/>
            <a:ext cx="0" cy="5937802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20258" y="536150"/>
            <a:ext cx="5299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C++ 11 allows to initialize array, vector etc. same as constructor in C++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273" y="1205269"/>
            <a:ext cx="4645040" cy="253509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6EE689-1778-D934-04F6-CEF4935AB695}"/>
              </a:ext>
            </a:extLst>
          </p:cNvPr>
          <p:cNvSpPr txBox="1"/>
          <p:nvPr/>
        </p:nvSpPr>
        <p:spPr>
          <a:xfrm>
            <a:off x="6538547" y="3763154"/>
            <a:ext cx="5433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Before c++11, It is not possible to allocate &amp; initialize array at single instant time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47FC285-EB1A-9CC5-4159-82E5487FEA37}"/>
              </a:ext>
            </a:extLst>
          </p:cNvPr>
          <p:cNvGrpSpPr/>
          <p:nvPr/>
        </p:nvGrpSpPr>
        <p:grpSpPr>
          <a:xfrm>
            <a:off x="6956487" y="4388130"/>
            <a:ext cx="4708801" cy="1932909"/>
            <a:chOff x="849791" y="1289793"/>
            <a:chExt cx="6376199" cy="220027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6C3AA65-1EA5-C6EE-E069-0C9B36FFB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791" y="1289793"/>
              <a:ext cx="6376199" cy="2200275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12C107-CEF2-EE39-24FC-D2745153B23B}"/>
                </a:ext>
              </a:extLst>
            </p:cNvPr>
            <p:cNvSpPr/>
            <p:nvPr/>
          </p:nvSpPr>
          <p:spPr>
            <a:xfrm>
              <a:off x="3363100" y="1733707"/>
              <a:ext cx="1155737" cy="382172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1E7BE38-7E71-7789-42EA-820BBFBAFE9D}"/>
              </a:ext>
            </a:extLst>
          </p:cNvPr>
          <p:cNvSpPr txBox="1"/>
          <p:nvPr/>
        </p:nvSpPr>
        <p:spPr>
          <a:xfrm>
            <a:off x="409771" y="648024"/>
            <a:ext cx="594600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Uniform initialization, since C++11 (a.k.a. modern C++ era), is the practice of using “brace initialization” {} to initialize a variable or an object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There are multiple ways to initialize the object as follows: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uniform initialization list won’t work directly with implicit conversion expected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With explicit typecasting this can be made work as follows: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8750B46-B1BB-CF11-F7BB-54346A3A1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40" y="1866751"/>
            <a:ext cx="5513769" cy="138131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DA97553-FC11-2D98-48B0-E7342B669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40" y="4339891"/>
            <a:ext cx="1648055" cy="43821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D268978-88B5-0CFF-FDBA-274387B49D6E}"/>
              </a:ext>
            </a:extLst>
          </p:cNvPr>
          <p:cNvSpPr txBox="1"/>
          <p:nvPr/>
        </p:nvSpPr>
        <p:spPr>
          <a:xfrm>
            <a:off x="2855020" y="4339891"/>
            <a:ext cx="12486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!!!ERROR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E807F3E-0C05-0BE2-353B-47ACAA9F2D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40" y="5140599"/>
            <a:ext cx="5556690" cy="562053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37F4574-D568-1A56-783B-C54527BD94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440" y="5754612"/>
            <a:ext cx="4077269" cy="209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D0DFC5-50D6-AC8D-E08A-9BAC7DB2ABFE}"/>
              </a:ext>
            </a:extLst>
          </p:cNvPr>
          <p:cNvSpPr txBox="1"/>
          <p:nvPr/>
        </p:nvSpPr>
        <p:spPr>
          <a:xfrm>
            <a:off x="653041" y="6206938"/>
            <a:ext cx="4842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8"/>
              </a:rPr>
              <a:t>Cpp11/uniform_initialization.cpp at main · </a:t>
            </a:r>
            <a:r>
              <a:rPr lang="en-US" sz="1400" dirty="0" err="1">
                <a:hlinkClick r:id="rId8"/>
              </a:rPr>
              <a:t>shidlingayya</a:t>
            </a:r>
            <a:r>
              <a:rPr lang="en-US" sz="1400" dirty="0">
                <a:hlinkClick r:id="rId8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0039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58" y="273508"/>
            <a:ext cx="4584541" cy="34242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vl="1"/>
            <a:r>
              <a:rPr lang="en-US" b="1" u="sng" dirty="0"/>
              <a:t>Feature: Non-Static data members initializers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959" y="877936"/>
            <a:ext cx="112568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Before c++11, We can’t assign values directly inside the class – we can assign non-static values directly inside class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will avoid default constructor functionality by allowing to initialize during declaration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constructor can override these values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We can’t use () for initialization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2537B0-1996-2E4C-D956-1E417CAF9BC4}"/>
              </a:ext>
            </a:extLst>
          </p:cNvPr>
          <p:cNvSpPr txBox="1"/>
          <p:nvPr/>
        </p:nvSpPr>
        <p:spPr>
          <a:xfrm>
            <a:off x="7560526" y="2020239"/>
            <a:ext cx="3055434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Directly non-static data members can be initialized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D07F31-6C74-850E-BD8D-F3F332F55C1A}"/>
              </a:ext>
            </a:extLst>
          </p:cNvPr>
          <p:cNvGrpSpPr/>
          <p:nvPr/>
        </p:nvGrpSpPr>
        <p:grpSpPr>
          <a:xfrm>
            <a:off x="715976" y="1636133"/>
            <a:ext cx="6844550" cy="2241511"/>
            <a:chOff x="849790" y="4364458"/>
            <a:chExt cx="6844550" cy="224151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9790" y="4364458"/>
              <a:ext cx="6376199" cy="2241511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1EC1A4-E4B3-66A2-CE7A-8FA2CE59B955}"/>
                </a:ext>
              </a:extLst>
            </p:cNvPr>
            <p:cNvSpPr/>
            <p:nvPr/>
          </p:nvSpPr>
          <p:spPr>
            <a:xfrm>
              <a:off x="1424762" y="4642310"/>
              <a:ext cx="1169581" cy="42942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B04F321-479F-7366-1C7B-6E675ABE68A7}"/>
                </a:ext>
              </a:extLst>
            </p:cNvPr>
            <p:cNvCxnSpPr>
              <a:stCxn id="9" idx="3"/>
              <a:endCxn id="8" idx="1"/>
            </p:cNvCxnSpPr>
            <p:nvPr/>
          </p:nvCxnSpPr>
          <p:spPr>
            <a:xfrm>
              <a:off x="2594343" y="4857020"/>
              <a:ext cx="5099997" cy="214710"/>
            </a:xfrm>
            <a:prstGeom prst="straightConnector1">
              <a:avLst/>
            </a:prstGeom>
            <a:ln w="15875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623F0F4-2357-0EC3-C808-302BC5D26AFB}"/>
              </a:ext>
            </a:extLst>
          </p:cNvPr>
          <p:cNvSpPr txBox="1"/>
          <p:nvPr/>
        </p:nvSpPr>
        <p:spPr>
          <a:xfrm>
            <a:off x="614934" y="387764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Cpp11/in_class_initialization.cpp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/Cpp11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029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9" y="252032"/>
            <a:ext cx="2458376" cy="330286"/>
          </a:xfrm>
        </p:spPr>
        <p:txBody>
          <a:bodyPr>
            <a:normAutofit fontScale="90000"/>
          </a:bodyPr>
          <a:lstStyle/>
          <a:p>
            <a:r>
              <a:rPr lang="en-US" sz="2000" b="1" u="sng" dirty="0"/>
              <a:t>Feature: New 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7355" y="683047"/>
            <a:ext cx="9037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Before </a:t>
            </a:r>
            <a:r>
              <a:rPr lang="en-US" dirty="0" err="1"/>
              <a:t>c++</a:t>
            </a:r>
            <a:r>
              <a:rPr lang="en-US" dirty="0"/>
              <a:t>11, even if integer needs only one byte of memory.. We used 4 bytes of memory</a:t>
            </a:r>
          </a:p>
          <a:p>
            <a:r>
              <a:rPr lang="en-US" dirty="0"/>
              <a:t>     In C++11, new data types introduced to handle integer of 1, 2, 4 bytes etc.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1" y="1430107"/>
            <a:ext cx="6657975" cy="296227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7180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9" y="252032"/>
            <a:ext cx="2298541" cy="362398"/>
          </a:xfrm>
        </p:spPr>
        <p:txBody>
          <a:bodyPr>
            <a:normAutofit fontScale="90000"/>
          </a:bodyPr>
          <a:lstStyle/>
          <a:p>
            <a:r>
              <a:rPr lang="en-US" sz="2000" b="1" u="sng" dirty="0"/>
              <a:t>Feature: final Keyword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785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5886" y="529448"/>
            <a:ext cx="5220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keyword </a:t>
            </a:r>
            <a:r>
              <a:rPr lang="en-US" b="1" u="sng" dirty="0"/>
              <a:t>final</a:t>
            </a:r>
            <a:r>
              <a:rPr lang="en-US" dirty="0"/>
              <a:t> can be applied to </a:t>
            </a:r>
            <a:r>
              <a:rPr lang="en-US" b="1" u="sng" dirty="0"/>
              <a:t>virtual functions </a:t>
            </a:r>
            <a:r>
              <a:rPr lang="en-US" dirty="0"/>
              <a:t>&amp; </a:t>
            </a:r>
            <a:r>
              <a:rPr lang="en-US" b="1" u="sng" dirty="0"/>
              <a:t>Inheritance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keyword final can be used to </a:t>
            </a:r>
            <a:r>
              <a:rPr lang="en-US" b="1" u="sng" dirty="0"/>
              <a:t>limit number of times derived class overriding virtual </a:t>
            </a:r>
            <a:r>
              <a:rPr lang="en-US" dirty="0"/>
              <a:t>functions derived 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23" y="1949244"/>
            <a:ext cx="4608123" cy="424815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75E262-CBB1-9CBE-14F9-041F8A4A5BFA}"/>
              </a:ext>
            </a:extLst>
          </p:cNvPr>
          <p:cNvCxnSpPr>
            <a:cxnSpLocks/>
          </p:cNvCxnSpPr>
          <p:nvPr/>
        </p:nvCxnSpPr>
        <p:spPr>
          <a:xfrm>
            <a:off x="5705857" y="614430"/>
            <a:ext cx="0" cy="5964231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6658" y="692718"/>
            <a:ext cx="6121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keyword </a:t>
            </a:r>
            <a:r>
              <a:rPr lang="en-US" b="1" u="sng" dirty="0"/>
              <a:t>final</a:t>
            </a:r>
            <a:r>
              <a:rPr lang="en-US" dirty="0"/>
              <a:t> can be applied </a:t>
            </a:r>
            <a:r>
              <a:rPr lang="en-US" b="1" u="sng" dirty="0"/>
              <a:t>inheritance</a:t>
            </a:r>
            <a:r>
              <a:rPr lang="en-US" dirty="0"/>
              <a:t> to avoid further inheritance for classes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06" y="1523715"/>
            <a:ext cx="4439248" cy="285380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E2D851-8200-6FE9-3A92-6EFB1432CCD8}"/>
              </a:ext>
            </a:extLst>
          </p:cNvPr>
          <p:cNvSpPr txBox="1"/>
          <p:nvPr/>
        </p:nvSpPr>
        <p:spPr>
          <a:xfrm>
            <a:off x="606748" y="6222588"/>
            <a:ext cx="46190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Cpp11/final_keyword_virtual_function.cpp at main · </a:t>
            </a:r>
            <a:r>
              <a:rPr lang="en-US" sz="1400" dirty="0" err="1">
                <a:hlinkClick r:id="rId4"/>
              </a:rPr>
              <a:t>shidlingayya</a:t>
            </a:r>
            <a:r>
              <a:rPr lang="en-US" sz="1400" dirty="0">
                <a:hlinkClick r:id="rId4"/>
              </a:rPr>
              <a:t>/Cpp11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E8ACF-1E1B-A12D-C8D3-F597CDC77CE1}"/>
              </a:ext>
            </a:extLst>
          </p:cNvPr>
          <p:cNvSpPr txBox="1"/>
          <p:nvPr/>
        </p:nvSpPr>
        <p:spPr>
          <a:xfrm>
            <a:off x="6061869" y="4495723"/>
            <a:ext cx="5185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/>
              </a:rPr>
              <a:t>Cpp11/final_keyword_inheritance.cpp at main · </a:t>
            </a:r>
            <a:r>
              <a:rPr lang="en-US" sz="1400" dirty="0" err="1">
                <a:hlinkClick r:id="rId5"/>
              </a:rPr>
              <a:t>shidlingayya</a:t>
            </a:r>
            <a:r>
              <a:rPr lang="en-US" sz="1400" dirty="0">
                <a:hlinkClick r:id="rId5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13881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390" y="66541"/>
            <a:ext cx="1143920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override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3" y="859316"/>
            <a:ext cx="5649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9657" y="673826"/>
            <a:ext cx="60483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override</a:t>
            </a:r>
            <a:r>
              <a:rPr lang="en-US" dirty="0"/>
              <a:t> keyword in </a:t>
            </a:r>
            <a:r>
              <a:rPr lang="en-US" b="1" dirty="0"/>
              <a:t>C++11</a:t>
            </a:r>
            <a:r>
              <a:rPr lang="en-US" dirty="0"/>
              <a:t> is used to indicate that a member function is meant to </a:t>
            </a:r>
            <a:r>
              <a:rPr lang="en-US" b="1" dirty="0"/>
              <a:t>override</a:t>
            </a:r>
            <a:r>
              <a:rPr lang="en-US" dirty="0"/>
              <a:t> a virtual function from a base class.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enables the compiler to </a:t>
            </a:r>
            <a:r>
              <a:rPr lang="en-US" i="1" dirty="0"/>
              <a:t>check and verify</a:t>
            </a:r>
            <a:r>
              <a:rPr lang="en-US" dirty="0"/>
              <a:t> that the overriding actually happens.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951" y="1170060"/>
            <a:ext cx="5001659" cy="305752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44" y="2698822"/>
            <a:ext cx="6048375" cy="305752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8044" y="2329490"/>
            <a:ext cx="4724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Catching signature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5808" y="680572"/>
            <a:ext cx="280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With Override keyword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19F1EF-4850-A92C-8A9E-C658D2D34D83}"/>
              </a:ext>
            </a:extLst>
          </p:cNvPr>
          <p:cNvCxnSpPr>
            <a:cxnSpLocks/>
          </p:cNvCxnSpPr>
          <p:nvPr/>
        </p:nvCxnSpPr>
        <p:spPr>
          <a:xfrm>
            <a:off x="6611113" y="673826"/>
            <a:ext cx="0" cy="5653822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6187C3-9B1F-AC1D-31BB-C4EBD457149E}"/>
              </a:ext>
            </a:extLst>
          </p:cNvPr>
          <p:cNvSpPr txBox="1"/>
          <p:nvPr/>
        </p:nvSpPr>
        <p:spPr>
          <a:xfrm>
            <a:off x="214800" y="5817902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Cpp11/override_signature_mismatch.cpp at main · </a:t>
            </a:r>
            <a:r>
              <a:rPr lang="en-US" sz="1400" dirty="0" err="1">
                <a:hlinkClick r:id="rId4"/>
              </a:rPr>
              <a:t>shidlingayya</a:t>
            </a:r>
            <a:r>
              <a:rPr lang="en-US" sz="1400" dirty="0">
                <a:hlinkClick r:id="rId4"/>
              </a:rPr>
              <a:t>/Cpp11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E9F7A5-6F55-30E4-C90B-FCEE694FE0AB}"/>
              </a:ext>
            </a:extLst>
          </p:cNvPr>
          <p:cNvSpPr txBox="1"/>
          <p:nvPr/>
        </p:nvSpPr>
        <p:spPr>
          <a:xfrm>
            <a:off x="6845808" y="4347741"/>
            <a:ext cx="5170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/>
              </a:rPr>
              <a:t>Cpp11/override_keyword_caught_signature_mismatch.cpp at main · </a:t>
            </a:r>
            <a:r>
              <a:rPr lang="en-US" sz="1400" dirty="0" err="1">
                <a:hlinkClick r:id="rId5"/>
              </a:rPr>
              <a:t>shidlingayya</a:t>
            </a:r>
            <a:r>
              <a:rPr lang="en-US" sz="1400" dirty="0">
                <a:hlinkClick r:id="rId5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04205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9" y="252031"/>
            <a:ext cx="2010580" cy="51740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Feature: decltype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9657" y="859316"/>
            <a:ext cx="9485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/>
              <a:t>Copy</a:t>
            </a:r>
            <a:r>
              <a:rPr lang="en-US" dirty="0"/>
              <a:t> the declaration type of variable without specifying actual data type with variables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73" y="1320980"/>
            <a:ext cx="6348010" cy="505778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94988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8" y="252031"/>
            <a:ext cx="2711138" cy="374061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Feature: default Keyword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15" y="626093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6564" y="626092"/>
            <a:ext cx="8299673" cy="37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default keyword used to make special member functions to </a:t>
            </a:r>
            <a:r>
              <a:rPr lang="en-US" b="1" u="sng" dirty="0"/>
              <a:t>generate from compiler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72546-2C5C-4DE8-97CB-83B9E9BCE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06" y="1087758"/>
            <a:ext cx="6886575" cy="325755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AA7179-62DA-4992-94A9-133445D6862B}"/>
              </a:ext>
            </a:extLst>
          </p:cNvPr>
          <p:cNvSpPr txBox="1"/>
          <p:nvPr/>
        </p:nvSpPr>
        <p:spPr>
          <a:xfrm>
            <a:off x="594099" y="4345308"/>
            <a:ext cx="114715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Only </a:t>
            </a:r>
            <a:r>
              <a:rPr lang="en-US" b="1" u="sng" dirty="0"/>
              <a:t>special member functions </a:t>
            </a:r>
            <a:r>
              <a:rPr lang="en-US" dirty="0"/>
              <a:t>can be made as a </a:t>
            </a:r>
            <a:r>
              <a:rPr lang="en-US" b="1" u="sng" dirty="0"/>
              <a:t>default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special member functions which takes “default arguments” can be made as a default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Making special member function as a “default” makes class/struct as a “</a:t>
            </a:r>
            <a:r>
              <a:rPr lang="en-US" b="1" u="sng" dirty="0"/>
              <a:t>trivial</a:t>
            </a:r>
            <a:r>
              <a:rPr lang="en-US" dirty="0"/>
              <a:t>” means </a:t>
            </a:r>
            <a:r>
              <a:rPr lang="en-US" b="1" u="sng" dirty="0"/>
              <a:t>continuous memory allocated </a:t>
            </a:r>
            <a:r>
              <a:rPr lang="en-US" dirty="0"/>
              <a:t>for class/struct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Another good use case of using default is when our class is having parameterized constructor. </a:t>
            </a:r>
            <a:r>
              <a:rPr lang="en-US" b="1" u="sng" dirty="0"/>
              <a:t>Explicitly</a:t>
            </a:r>
            <a:r>
              <a:rPr lang="en-US" dirty="0"/>
              <a:t> defining parameterized constructors causes compiler to not generate the default constructor – default feature solve this issue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DB28E-F693-65F1-8CC9-38EB089DC676}"/>
              </a:ext>
            </a:extLst>
          </p:cNvPr>
          <p:cNvSpPr txBox="1"/>
          <p:nvPr/>
        </p:nvSpPr>
        <p:spPr>
          <a:xfrm>
            <a:off x="8102688" y="2083199"/>
            <a:ext cx="3583172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we add </a:t>
            </a:r>
            <a:r>
              <a:rPr lang="en-US" b="1" dirty="0"/>
              <a:t>default keyword</a:t>
            </a:r>
            <a:r>
              <a:rPr lang="en-US" dirty="0"/>
              <a:t> it makes code </a:t>
            </a:r>
            <a:r>
              <a:rPr lang="en-US" b="1" dirty="0"/>
              <a:t>trivial </a:t>
            </a:r>
            <a:r>
              <a:rPr lang="en-US" dirty="0"/>
              <a:t>it means </a:t>
            </a:r>
            <a:r>
              <a:rPr lang="en-US" b="1" u="sng" dirty="0"/>
              <a:t>continuous memory allocated </a:t>
            </a:r>
            <a:r>
              <a:rPr lang="en-US" dirty="0"/>
              <a:t>for special member function</a:t>
            </a:r>
          </a:p>
        </p:txBody>
      </p:sp>
    </p:spTree>
    <p:extLst>
      <p:ext uri="{BB962C8B-B14F-4D97-AF65-F5344CB8AC3E}">
        <p14:creationId xmlns:p14="http://schemas.microsoft.com/office/powerpoint/2010/main" val="3899053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8" y="252031"/>
            <a:ext cx="2655382" cy="383589"/>
          </a:xfrm>
        </p:spPr>
        <p:txBody>
          <a:bodyPr>
            <a:normAutofit fontScale="90000"/>
          </a:bodyPr>
          <a:lstStyle/>
          <a:p>
            <a:br>
              <a:rPr lang="en-US" sz="2000" b="1" u="sng" dirty="0"/>
            </a:br>
            <a:br>
              <a:rPr lang="en-US" sz="2000" b="1" u="sng" dirty="0"/>
            </a:br>
            <a:br>
              <a:rPr lang="en-US" sz="2000" b="1" u="sng" dirty="0"/>
            </a:br>
            <a:r>
              <a:rPr lang="en-US" sz="2000" b="1" u="sng" dirty="0"/>
              <a:t>Feature: delete Keyword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EE108-23D3-4CCC-A169-D09E83C65F5D}"/>
              </a:ext>
            </a:extLst>
          </p:cNvPr>
          <p:cNvSpPr txBox="1"/>
          <p:nvPr/>
        </p:nvSpPr>
        <p:spPr>
          <a:xfrm>
            <a:off x="429656" y="635620"/>
            <a:ext cx="10398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/>
              <a:t>delete</a:t>
            </a:r>
            <a:r>
              <a:rPr lang="en-US" dirty="0"/>
              <a:t> keyword used to </a:t>
            </a:r>
            <a:r>
              <a:rPr lang="en-US" b="1" u="sng" dirty="0"/>
              <a:t>disable</a:t>
            </a:r>
            <a:r>
              <a:rPr lang="en-US" dirty="0"/>
              <a:t> </a:t>
            </a:r>
            <a:r>
              <a:rPr lang="en-US" b="1" u="sng" dirty="0"/>
              <a:t>compiler generates special member functions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Default constructor, Default copy constructor, Default overloaded assignment operator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Default Destructor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161616"/>
                </a:solidFill>
                <a:effectLst/>
                <a:latin typeface="IBM Plex Sans" panose="020B0604020202020204" pitchFamily="34" charset="0"/>
              </a:rPr>
              <a:t>The compiler disables the usage of a deleted function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A7F99-4A49-41FA-B161-5C418684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28" y="1835950"/>
            <a:ext cx="4943965" cy="345782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B31683-95B6-4AAD-A31D-70DA7283D0C5}"/>
              </a:ext>
            </a:extLst>
          </p:cNvPr>
          <p:cNvSpPr txBox="1"/>
          <p:nvPr/>
        </p:nvSpPr>
        <p:spPr>
          <a:xfrm>
            <a:off x="429656" y="5595830"/>
            <a:ext cx="10104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delete keyword can be only </a:t>
            </a:r>
            <a:r>
              <a:rPr lang="en-US" b="1" dirty="0"/>
              <a:t>inline function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delete can be used for </a:t>
            </a:r>
            <a:r>
              <a:rPr lang="en-US" b="1" u="sng" dirty="0"/>
              <a:t>normal function </a:t>
            </a:r>
            <a:r>
              <a:rPr lang="en-US" dirty="0"/>
              <a:t>as well to avoid undesirable conversions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9C9BA4-C67B-4078-BF96-C5B7B461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35949"/>
            <a:ext cx="5344393" cy="3457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937F8A-D579-7F3E-E0C6-6DE9C352BB0A}"/>
              </a:ext>
            </a:extLst>
          </p:cNvPr>
          <p:cNvSpPr txBox="1"/>
          <p:nvPr/>
        </p:nvSpPr>
        <p:spPr>
          <a:xfrm>
            <a:off x="751607" y="5288053"/>
            <a:ext cx="42588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Cpp11/delete_feature.cpp at main · </a:t>
            </a:r>
            <a:r>
              <a:rPr lang="en-US" sz="1400" dirty="0" err="1">
                <a:hlinkClick r:id="rId4"/>
              </a:rPr>
              <a:t>shidlingayya</a:t>
            </a:r>
            <a:r>
              <a:rPr lang="en-US" sz="1400" dirty="0">
                <a:hlinkClick r:id="rId4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15177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238" y="252032"/>
            <a:ext cx="3157186" cy="513650"/>
          </a:xfrm>
        </p:spPr>
        <p:txBody>
          <a:bodyPr>
            <a:normAutofit fontScale="90000"/>
          </a:bodyPr>
          <a:lstStyle/>
          <a:p>
            <a:r>
              <a:rPr lang="en-US" sz="2000" b="1" u="sng" dirty="0"/>
              <a:t>Feature: Strongly typed Enums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EE108-23D3-4CCC-A169-D09E83C65F5D}"/>
              </a:ext>
            </a:extLst>
          </p:cNvPr>
          <p:cNvSpPr txBox="1"/>
          <p:nvPr/>
        </p:nvSpPr>
        <p:spPr>
          <a:xfrm>
            <a:off x="378416" y="735380"/>
            <a:ext cx="60900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drawbacks of enumerations in classical C++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enum</a:t>
            </a:r>
            <a:r>
              <a:rPr lang="en-US" dirty="0"/>
              <a:t> values converted to </a:t>
            </a:r>
            <a:r>
              <a:rPr lang="en-US" b="1" u="sng" dirty="0"/>
              <a:t>int</a:t>
            </a:r>
            <a:r>
              <a:rPr lang="en-US" dirty="0"/>
              <a:t> by default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They introduce the enumerators in the enclosing scope (Only listed values can be used for </a:t>
            </a:r>
            <a:r>
              <a:rPr lang="en-US" dirty="0" err="1"/>
              <a:t>enum</a:t>
            </a:r>
            <a:r>
              <a:rPr lang="en-US" dirty="0"/>
              <a:t> operations)The type of </a:t>
            </a:r>
            <a:r>
              <a:rPr lang="en-US" dirty="0" err="1"/>
              <a:t>enum</a:t>
            </a:r>
            <a:r>
              <a:rPr lang="en-US" dirty="0"/>
              <a:t> can’t be specified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F2231-7FBB-467B-BF9F-E2D4ADC25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024" y="2212708"/>
            <a:ext cx="4639924" cy="164679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DD2324-32EF-44D6-AFD5-63A54482D274}"/>
              </a:ext>
            </a:extLst>
          </p:cNvPr>
          <p:cNvSpPr txBox="1"/>
          <p:nvPr/>
        </p:nvSpPr>
        <p:spPr>
          <a:xfrm>
            <a:off x="727112" y="3859498"/>
            <a:ext cx="83345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With strongly typed enums – all listed drawbacks can be overcome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They can’t introduce enclosing scope to </a:t>
            </a:r>
            <a:r>
              <a:rPr lang="en-US" dirty="0" err="1"/>
              <a:t>enum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Must be accessed along with </a:t>
            </a:r>
            <a:r>
              <a:rPr lang="en-US" dirty="0" err="1"/>
              <a:t>countryList</a:t>
            </a:r>
            <a:r>
              <a:rPr lang="en-US" dirty="0"/>
              <a:t> which avoid name collusion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Not converted to int by default &amp; type can be specified while declaring type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The syntax for strongly typed enums changed with extra ‘class/struct’ needs to be added</a:t>
            </a:r>
          </a:p>
          <a:p>
            <a:pPr marL="0" lvl="1"/>
            <a:r>
              <a:rPr lang="en-US" dirty="0"/>
              <a:t>      </a:t>
            </a:r>
            <a:r>
              <a:rPr lang="en-US" b="1" dirty="0" err="1"/>
              <a:t>enum</a:t>
            </a:r>
            <a:r>
              <a:rPr lang="en-US" b="1" dirty="0"/>
              <a:t> </a:t>
            </a:r>
            <a:r>
              <a:rPr lang="en-US" b="1" dirty="0" err="1"/>
              <a:t>colours</a:t>
            </a:r>
            <a:r>
              <a:rPr lang="en-US" b="1" dirty="0"/>
              <a:t>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 err="1">
                <a:sym typeface="Wingdings" panose="05000000000000000000" pitchFamily="2" charset="2"/>
              </a:rPr>
              <a:t>enum</a:t>
            </a:r>
            <a:r>
              <a:rPr lang="en-US" b="1" dirty="0">
                <a:sym typeface="Wingdings" panose="05000000000000000000" pitchFamily="2" charset="2"/>
              </a:rPr>
              <a:t> class/struct </a:t>
            </a:r>
            <a:r>
              <a:rPr lang="en-US" b="1" dirty="0" err="1">
                <a:sym typeface="Wingdings" panose="05000000000000000000" pitchFamily="2" charset="2"/>
              </a:rPr>
              <a:t>colours</a:t>
            </a:r>
            <a:endParaRPr lang="en-US" b="1" dirty="0">
              <a:sym typeface="Wingdings" panose="05000000000000000000" pitchFamily="2" charset="2"/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The type of </a:t>
            </a:r>
            <a:r>
              <a:rPr lang="en-US" dirty="0" err="1"/>
              <a:t>enum</a:t>
            </a:r>
            <a:r>
              <a:rPr lang="en-US" dirty="0"/>
              <a:t> can be specified in </a:t>
            </a:r>
            <a:r>
              <a:rPr lang="en-US" dirty="0" err="1"/>
              <a:t>enum</a:t>
            </a:r>
            <a:r>
              <a:rPr lang="en-US" dirty="0"/>
              <a:t> list, by default it will be int if not specified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Need to use scope resolution operator while accessing </a:t>
            </a:r>
            <a:r>
              <a:rPr lang="en-US" dirty="0" err="1"/>
              <a:t>enum</a:t>
            </a:r>
            <a:r>
              <a:rPr lang="en-US" dirty="0"/>
              <a:t> members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10DAE7-71C5-B258-B598-ECE27956871B}"/>
              </a:ext>
            </a:extLst>
          </p:cNvPr>
          <p:cNvCxnSpPr>
            <a:cxnSpLocks/>
          </p:cNvCxnSpPr>
          <p:nvPr/>
        </p:nvCxnSpPr>
        <p:spPr>
          <a:xfrm>
            <a:off x="7607809" y="429497"/>
            <a:ext cx="0" cy="3739896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D46560A-0A91-AC61-3CCA-D33A5B7F7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172" y="448150"/>
            <a:ext cx="4241926" cy="352071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AF1816-B7B0-F279-D3AA-37699367A3D4}"/>
              </a:ext>
            </a:extLst>
          </p:cNvPr>
          <p:cNvSpPr txBox="1"/>
          <p:nvPr/>
        </p:nvSpPr>
        <p:spPr>
          <a:xfrm>
            <a:off x="7756498" y="3968861"/>
            <a:ext cx="43772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Cpp11/strongly_typed_enum.cpp at main · </a:t>
            </a:r>
            <a:r>
              <a:rPr lang="en-US" sz="1400" dirty="0" err="1">
                <a:hlinkClick r:id="rId4"/>
              </a:rPr>
              <a:t>shidlingayya</a:t>
            </a:r>
            <a:r>
              <a:rPr lang="en-US" sz="1400" dirty="0">
                <a:hlinkClick r:id="rId4"/>
              </a:rPr>
              <a:t>/Cpp11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32517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973" y="186823"/>
            <a:ext cx="1998497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Move Semantics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EE108-23D3-4CCC-A169-D09E83C65F5D}"/>
              </a:ext>
            </a:extLst>
          </p:cNvPr>
          <p:cNvSpPr txBox="1"/>
          <p:nvPr/>
        </p:nvSpPr>
        <p:spPr>
          <a:xfrm>
            <a:off x="429657" y="859316"/>
            <a:ext cx="5235163" cy="5078313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C++99 standard, if we attempt to copy the object while assigning then </a:t>
            </a:r>
            <a:r>
              <a:rPr lang="en-US" b="1" u="sng" dirty="0"/>
              <a:t>temporary object</a:t>
            </a:r>
            <a:r>
              <a:rPr lang="en-US" b="1" dirty="0"/>
              <a:t> </a:t>
            </a:r>
            <a:r>
              <a:rPr lang="en-US" dirty="0"/>
              <a:t>gets created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1F2328"/>
                </a:solidFill>
                <a:effectLst/>
              </a:rPr>
              <a:t>Moving an object means to </a:t>
            </a:r>
            <a:r>
              <a:rPr lang="en-US" b="1" i="0" u="sng" dirty="0">
                <a:solidFill>
                  <a:srgbClr val="1F2328"/>
                </a:solidFill>
                <a:effectLst/>
              </a:rPr>
              <a:t>transfer ownership </a:t>
            </a:r>
            <a:r>
              <a:rPr lang="en-US" b="0" i="0" dirty="0">
                <a:solidFill>
                  <a:srgbClr val="1F2328"/>
                </a:solidFill>
                <a:effectLst/>
              </a:rPr>
              <a:t>of some resource it manages to another object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1F2328"/>
                </a:solidFill>
                <a:effectLst/>
              </a:rPr>
              <a:t>The first </a:t>
            </a:r>
            <a:r>
              <a:rPr lang="en-US" b="1" i="0" u="sng" dirty="0">
                <a:solidFill>
                  <a:srgbClr val="1F2328"/>
                </a:solidFill>
                <a:effectLst/>
              </a:rPr>
              <a:t>benefit</a:t>
            </a:r>
            <a:r>
              <a:rPr lang="en-US" b="0" i="0" dirty="0">
                <a:solidFill>
                  <a:srgbClr val="1F2328"/>
                </a:solidFill>
                <a:effectLst/>
              </a:rPr>
              <a:t> of move semantics is </a:t>
            </a:r>
            <a:r>
              <a:rPr lang="en-US" b="1" i="0" u="sng" dirty="0">
                <a:solidFill>
                  <a:srgbClr val="1F2328"/>
                </a:solidFill>
                <a:effectLst/>
              </a:rPr>
              <a:t>performance optimization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</a:rPr>
              <a:t>When an object is about to reach the end of its lifetime, either because it's a </a:t>
            </a:r>
            <a:r>
              <a:rPr lang="en-US" b="1" u="sng" dirty="0">
                <a:solidFill>
                  <a:srgbClr val="1F2328"/>
                </a:solidFill>
              </a:rPr>
              <a:t>temporary</a:t>
            </a:r>
            <a:r>
              <a:rPr lang="en-US" dirty="0">
                <a:solidFill>
                  <a:srgbClr val="1F2328"/>
                </a:solidFill>
              </a:rPr>
              <a:t> or by explicitly calling </a:t>
            </a:r>
            <a:r>
              <a:rPr lang="en-US" b="1" u="sng" dirty="0">
                <a:solidFill>
                  <a:srgbClr val="1F2328"/>
                </a:solidFill>
              </a:rPr>
              <a:t>std::move</a:t>
            </a:r>
            <a:r>
              <a:rPr lang="en-US" dirty="0">
                <a:solidFill>
                  <a:srgbClr val="1F2328"/>
                </a:solidFill>
              </a:rPr>
              <a:t>, a </a:t>
            </a:r>
            <a:r>
              <a:rPr lang="en-US" b="1" u="sng" dirty="0">
                <a:solidFill>
                  <a:srgbClr val="1F2328"/>
                </a:solidFill>
              </a:rPr>
              <a:t>move</a:t>
            </a:r>
            <a:r>
              <a:rPr lang="en-US" dirty="0">
                <a:solidFill>
                  <a:srgbClr val="1F2328"/>
                </a:solidFill>
              </a:rPr>
              <a:t> is often a cheaper way to transfer resources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High performance,  system this </a:t>
            </a:r>
            <a:r>
              <a:rPr lang="en-US" dirty="0">
                <a:highlight>
                  <a:srgbClr val="FFFF00"/>
                </a:highlight>
              </a:rPr>
              <a:t>temporary object creation </a:t>
            </a:r>
            <a:r>
              <a:rPr lang="en-US" dirty="0"/>
              <a:t>may leads to </a:t>
            </a:r>
            <a:r>
              <a:rPr lang="en-US" b="1" u="sng" dirty="0"/>
              <a:t>performance issues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Sometimes these temporary objects can be </a:t>
            </a:r>
            <a:r>
              <a:rPr lang="en-US" b="1" u="sng" dirty="0"/>
              <a:t>optimized</a:t>
            </a:r>
            <a:r>
              <a:rPr lang="en-US" dirty="0"/>
              <a:t> away by the compiler (the return value optimization, for example). But this is not always the case, and it can result in </a:t>
            </a:r>
            <a:r>
              <a:rPr lang="en-US" b="1" u="sng" dirty="0"/>
              <a:t>expensive</a:t>
            </a:r>
            <a:r>
              <a:rPr lang="en-US" dirty="0"/>
              <a:t> object copies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F58EB-C3D4-4785-BEE8-65D5C7B4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725" y="940811"/>
            <a:ext cx="6144323" cy="356970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56973A-61A8-2875-8D2B-ACBAED967311}"/>
              </a:ext>
            </a:extLst>
          </p:cNvPr>
          <p:cNvSpPr txBox="1"/>
          <p:nvPr/>
        </p:nvSpPr>
        <p:spPr>
          <a:xfrm>
            <a:off x="5729441" y="4592014"/>
            <a:ext cx="603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Duplicate copy of vector being created which is unnecessary</a:t>
            </a:r>
          </a:p>
        </p:txBody>
      </p:sp>
    </p:spTree>
    <p:extLst>
      <p:ext uri="{BB962C8B-B14F-4D97-AF65-F5344CB8AC3E}">
        <p14:creationId xmlns:p14="http://schemas.microsoft.com/office/powerpoint/2010/main" val="2517001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973" y="186824"/>
            <a:ext cx="5007251" cy="395494"/>
          </a:xfrm>
        </p:spPr>
        <p:txBody>
          <a:bodyPr>
            <a:normAutofit fontScale="90000"/>
          </a:bodyPr>
          <a:lstStyle/>
          <a:p>
            <a:r>
              <a:rPr lang="en-US" sz="2000" b="1" u="sng" dirty="0"/>
              <a:t>Move Semantics continued---&gt; </a:t>
            </a:r>
            <a:r>
              <a:rPr lang="en-US" sz="2000" b="1" u="sng" dirty="0" err="1"/>
              <a:t>rValue</a:t>
            </a:r>
            <a:r>
              <a:rPr lang="en-US" sz="2000" b="1" u="sng" dirty="0"/>
              <a:t> References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785" y="654645"/>
            <a:ext cx="10730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C++11 introduces a new reference termed the </a:t>
            </a:r>
            <a:r>
              <a:rPr lang="en-US" b="1" u="sng" dirty="0"/>
              <a:t>rvalue</a:t>
            </a:r>
            <a:r>
              <a:rPr lang="en-US" dirty="0"/>
              <a:t> reference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 rvalue reference to T, which is a </a:t>
            </a:r>
            <a:r>
              <a:rPr lang="en-US" b="1" u="sng" dirty="0"/>
              <a:t>non-template </a:t>
            </a:r>
            <a:r>
              <a:rPr lang="en-US" dirty="0"/>
              <a:t>type parameter (such as int, or a user-defined type), is created with the syntax </a:t>
            </a:r>
            <a:r>
              <a:rPr lang="en-US" b="1" u="sng" dirty="0"/>
              <a:t>T&amp;&amp;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Rvalue references only bind to 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rvalues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198A1-E9BF-C802-5E63-D6BCBEC20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732" y="1977481"/>
            <a:ext cx="10020534" cy="396193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6308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EE108-23D3-4CCC-A169-D09E83C65F5D}"/>
              </a:ext>
            </a:extLst>
          </p:cNvPr>
          <p:cNvSpPr txBox="1"/>
          <p:nvPr/>
        </p:nvSpPr>
        <p:spPr>
          <a:xfrm>
            <a:off x="440808" y="409474"/>
            <a:ext cx="10058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rvalue reference continued …</a:t>
            </a:r>
            <a:r>
              <a:rPr lang="en-US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expression said to be rvalue if it won’t result into “temporary object” creation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747A9-171D-4BA5-A777-481EA2D74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611" y="1180110"/>
            <a:ext cx="4648200" cy="5374943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0B49DE-113D-48DF-A045-E7708F712910}"/>
              </a:ext>
            </a:extLst>
          </p:cNvPr>
          <p:cNvSpPr txBox="1"/>
          <p:nvPr/>
        </p:nvSpPr>
        <p:spPr>
          <a:xfrm>
            <a:off x="734459" y="1180110"/>
            <a:ext cx="6313112" cy="341632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int &amp;&amp;a;: new (C++11) declaration rvalue reference.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non-const </a:t>
            </a:r>
            <a:r>
              <a:rPr lang="en-US" dirty="0" err="1"/>
              <a:t>lvalue</a:t>
            </a:r>
            <a:r>
              <a:rPr lang="en-US" dirty="0"/>
              <a:t> reference binds to an object.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rvalue reference binds to a </a:t>
            </a:r>
            <a:r>
              <a:rPr lang="en-US" b="1" u="sng" dirty="0"/>
              <a:t>temporary object </a:t>
            </a:r>
            <a:r>
              <a:rPr lang="en-US" dirty="0"/>
              <a:t>which typically will </a:t>
            </a:r>
            <a:r>
              <a:rPr lang="en-US" b="1" u="sng" dirty="0"/>
              <a:t>not be used again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rvalue reference can be used to create </a:t>
            </a:r>
            <a:r>
              <a:rPr lang="en-US" b="1" u="sng" dirty="0"/>
              <a:t>move constructor</a:t>
            </a:r>
            <a:r>
              <a:rPr lang="en-US" dirty="0"/>
              <a:t> and </a:t>
            </a:r>
            <a:r>
              <a:rPr lang="en-US" b="1" u="sng" dirty="0"/>
              <a:t>move assignment operator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copy constructor works with </a:t>
            </a:r>
            <a:r>
              <a:rPr lang="en-US" b="1" u="sng" dirty="0"/>
              <a:t>l-value references </a:t>
            </a:r>
            <a:r>
              <a:rPr lang="en-US" dirty="0"/>
              <a:t>and copy semantics – It means while creating object it will create temporary object rather than pointing to existing object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move copy constructor works with </a:t>
            </a:r>
            <a:r>
              <a:rPr lang="en-US" b="1" u="sng" dirty="0"/>
              <a:t>r-value references </a:t>
            </a:r>
            <a:r>
              <a:rPr lang="en-US" dirty="0"/>
              <a:t>it means pointing to already existing objects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35611E-FDBC-385E-DEC6-AE9D789ACAF6}"/>
              </a:ext>
            </a:extLst>
          </p:cNvPr>
          <p:cNvSpPr txBox="1"/>
          <p:nvPr/>
        </p:nvSpPr>
        <p:spPr>
          <a:xfrm>
            <a:off x="727112" y="4800727"/>
            <a:ext cx="6313112" cy="646331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Temporary Objects – They don’t have storage duration, they have life time duration specific to object. 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628781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973" y="186824"/>
            <a:ext cx="3479534" cy="404192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Move Semantics continued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EE108-23D3-4CCC-A169-D09E83C65F5D}"/>
              </a:ext>
            </a:extLst>
          </p:cNvPr>
          <p:cNvSpPr txBox="1"/>
          <p:nvPr/>
        </p:nvSpPr>
        <p:spPr>
          <a:xfrm>
            <a:off x="512286" y="591016"/>
            <a:ext cx="109526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Move semantics is about </a:t>
            </a:r>
            <a:r>
              <a:rPr lang="en-US" b="1" u="sng" dirty="0"/>
              <a:t>transferring</a:t>
            </a:r>
            <a:r>
              <a:rPr lang="en-US" u="sng" dirty="0"/>
              <a:t> </a:t>
            </a:r>
            <a:r>
              <a:rPr lang="en-US" b="1" u="sng" dirty="0"/>
              <a:t>resources</a:t>
            </a:r>
            <a:r>
              <a:rPr lang="en-US" u="sng" dirty="0"/>
              <a:t> </a:t>
            </a:r>
            <a:r>
              <a:rPr lang="en-US" dirty="0"/>
              <a:t>rather than copying them when nobody needs the source value anymore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Move semantics allows us to </a:t>
            </a:r>
            <a:r>
              <a:rPr lang="en-US" b="1" u="sng" dirty="0"/>
              <a:t>avoid unnecessary copies </a:t>
            </a:r>
            <a:r>
              <a:rPr lang="en-US" dirty="0"/>
              <a:t>of objects when working with temporary objects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resource needed for temporary objects can be used for other objects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means we can just move the contents rather than copy the contents of a </a:t>
            </a:r>
            <a:r>
              <a:rPr lang="en-US" b="1" dirty="0"/>
              <a:t>rvalue </a:t>
            </a:r>
            <a:r>
              <a:rPr lang="en-US" dirty="0"/>
              <a:t>parameter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</a:t>
            </a:r>
            <a:r>
              <a:rPr lang="en-US" b="1" u="sng" dirty="0"/>
              <a:t>saves lot of memory allocation </a:t>
            </a:r>
            <a:r>
              <a:rPr lang="en-US" dirty="0"/>
              <a:t>and provides </a:t>
            </a:r>
            <a:r>
              <a:rPr lang="en-US" b="1" u="sng" dirty="0"/>
              <a:t>optimization</a:t>
            </a:r>
            <a:r>
              <a:rPr lang="en-US" dirty="0"/>
              <a:t> for large dynamic structures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Move semantics is basically a user-defined type with constructor that takes </a:t>
            </a:r>
            <a:r>
              <a:rPr lang="en-US" b="1" dirty="0"/>
              <a:t>r-value</a:t>
            </a:r>
            <a:r>
              <a:rPr lang="en-US" dirty="0"/>
              <a:t> reference which is non-const input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Move semantics mostly used for implementing </a:t>
            </a:r>
            <a:r>
              <a:rPr lang="en-US" b="1" u="sng" dirty="0"/>
              <a:t>Move constructor </a:t>
            </a:r>
            <a:r>
              <a:rPr lang="en-US" dirty="0"/>
              <a:t>and </a:t>
            </a:r>
            <a:r>
              <a:rPr lang="en-US" b="1" u="sng" dirty="0"/>
              <a:t>Move assignment operator</a:t>
            </a:r>
            <a:endParaRPr lang="en-US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29008-6202-436C-B860-201DCD87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04" y="3204657"/>
            <a:ext cx="7896225" cy="32004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6007D9-7675-438D-A747-AAA274612838}"/>
              </a:ext>
            </a:extLst>
          </p:cNvPr>
          <p:cNvSpPr txBox="1"/>
          <p:nvPr/>
        </p:nvSpPr>
        <p:spPr>
          <a:xfrm>
            <a:off x="9010186" y="4011524"/>
            <a:ext cx="2754352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Here copying and memory allocation required in copy constructor</a:t>
            </a:r>
          </a:p>
        </p:txBody>
      </p:sp>
    </p:spTree>
    <p:extLst>
      <p:ext uri="{BB962C8B-B14F-4D97-AF65-F5344CB8AC3E}">
        <p14:creationId xmlns:p14="http://schemas.microsoft.com/office/powerpoint/2010/main" val="3356157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973" y="186823"/>
            <a:ext cx="3479534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Move Semantics continued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63A0F-6F0B-445A-82A7-52201AE59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19" y="859316"/>
            <a:ext cx="5915358" cy="265747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18AAE4-6341-4D60-AB0B-5556C8DBCE2E}"/>
              </a:ext>
            </a:extLst>
          </p:cNvPr>
          <p:cNvSpPr txBox="1"/>
          <p:nvPr/>
        </p:nvSpPr>
        <p:spPr>
          <a:xfrm>
            <a:off x="440808" y="3581999"/>
            <a:ext cx="60605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Two main things – The object being passed is </a:t>
            </a:r>
            <a:r>
              <a:rPr lang="en-US" b="1" u="sng" dirty="0"/>
              <a:t>non-const</a:t>
            </a:r>
            <a:r>
              <a:rPr lang="en-US" dirty="0"/>
              <a:t> and source object is set to </a:t>
            </a:r>
            <a:r>
              <a:rPr lang="en-US" b="1" u="sng" dirty="0"/>
              <a:t>nullptr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Setting pointer to nullptr important – If we don’t set to nullptr then when temporary object goes out of scope destructor again will invoke and try to free the memory – Which may introduce </a:t>
            </a:r>
            <a:r>
              <a:rPr lang="en-US" b="1" u="sng" dirty="0"/>
              <a:t>crash</a:t>
            </a:r>
            <a:r>
              <a:rPr lang="en-US" dirty="0"/>
              <a:t> in the code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If the move constructor needs to take l-value object as input, then </a:t>
            </a:r>
            <a:r>
              <a:rPr lang="en-US" b="1" dirty="0"/>
              <a:t>::move </a:t>
            </a:r>
            <a:r>
              <a:rPr lang="en-US" dirty="0"/>
              <a:t>call needs to be used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Std::move – is a </a:t>
            </a:r>
            <a:r>
              <a:rPr lang="en-US" b="1" dirty="0"/>
              <a:t>cast</a:t>
            </a:r>
            <a:r>
              <a:rPr lang="en-US" dirty="0"/>
              <a:t> which produces r-value reference to an object, to enable moving from 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20C6DF-6392-7A9F-8857-4AD22F087835}"/>
              </a:ext>
            </a:extLst>
          </p:cNvPr>
          <p:cNvCxnSpPr>
            <a:cxnSpLocks/>
          </p:cNvCxnSpPr>
          <p:nvPr/>
        </p:nvCxnSpPr>
        <p:spPr>
          <a:xfrm>
            <a:off x="6629401" y="689880"/>
            <a:ext cx="0" cy="5880909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67B1056-77F3-41DE-94EE-FFA72717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46" y="794108"/>
            <a:ext cx="5214074" cy="444817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F15CB1-B53E-B42B-4FD4-3F11CC568673}"/>
              </a:ext>
            </a:extLst>
          </p:cNvPr>
          <p:cNvSpPr/>
          <p:nvPr/>
        </p:nvSpPr>
        <p:spPr>
          <a:xfrm>
            <a:off x="6988194" y="4464502"/>
            <a:ext cx="4249782" cy="289932"/>
          </a:xfrm>
          <a:prstGeom prst="rect">
            <a:avLst/>
          </a:prstGeom>
          <a:solidFill>
            <a:schemeClr val="accent4">
              <a:lumMod val="40000"/>
              <a:lumOff val="60000"/>
              <a:alpha val="3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3CE513-E1C1-4D50-B260-FB766F5C9EAC}"/>
              </a:ext>
            </a:extLst>
          </p:cNvPr>
          <p:cNvSpPr txBox="1"/>
          <p:nvPr/>
        </p:nvSpPr>
        <p:spPr>
          <a:xfrm>
            <a:off x="6780946" y="5370460"/>
            <a:ext cx="5214074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::move cast obj from l-value reference to r-value reference</a:t>
            </a:r>
          </a:p>
          <a:p>
            <a:r>
              <a:rPr lang="en-US" dirty="0"/>
              <a:t>Obj is no longer needed in this case and it is copied to obj1.. Only obj1 is available for use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C18E5F-9319-6834-DBB0-80CF2D6DAA8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741664" y="4754434"/>
            <a:ext cx="646319" cy="616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301DBC-F423-AB90-C608-87D0911287D1}"/>
              </a:ext>
            </a:extLst>
          </p:cNvPr>
          <p:cNvSpPr txBox="1"/>
          <p:nvPr/>
        </p:nvSpPr>
        <p:spPr>
          <a:xfrm>
            <a:off x="6629401" y="424776"/>
            <a:ext cx="5705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Cpp11/move_constructor.cpp at main · </a:t>
            </a:r>
            <a:r>
              <a:rPr lang="en-US" dirty="0" err="1">
                <a:hlinkClick r:id="rId4"/>
              </a:rPr>
              <a:t>shidlingayya</a:t>
            </a:r>
            <a:r>
              <a:rPr lang="en-US" dirty="0">
                <a:hlinkClick r:id="rId4"/>
              </a:rPr>
              <a:t>/Cpp11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98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973" y="186823"/>
            <a:ext cx="3479534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Move Semantics continued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12" y="859316"/>
            <a:ext cx="10730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CE9630-85F0-B13F-4744-1B597CACE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21" y="794108"/>
            <a:ext cx="7313035" cy="510488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9608A1-A0FE-FEDF-97E1-5932E08FE094}"/>
              </a:ext>
            </a:extLst>
          </p:cNvPr>
          <p:cNvSpPr txBox="1"/>
          <p:nvPr/>
        </p:nvSpPr>
        <p:spPr>
          <a:xfrm>
            <a:off x="8278859" y="3429000"/>
            <a:ext cx="2727978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Parameterized constructor</a:t>
            </a:r>
          </a:p>
          <a:p>
            <a:r>
              <a:rPr lang="en-US" dirty="0"/>
              <a:t>Copy constructor invoked:</a:t>
            </a:r>
          </a:p>
          <a:p>
            <a:r>
              <a:rPr lang="en-US" b="1" dirty="0"/>
              <a:t>Move constructor invoked:</a:t>
            </a:r>
          </a:p>
          <a:p>
            <a:r>
              <a:rPr lang="en-US" dirty="0"/>
              <a:t>Parameterized constructor</a:t>
            </a:r>
          </a:p>
          <a:p>
            <a:r>
              <a:rPr lang="en-US" b="1" dirty="0"/>
              <a:t>Move constructor invoked:</a:t>
            </a:r>
          </a:p>
        </p:txBody>
      </p:sp>
    </p:spTree>
    <p:extLst>
      <p:ext uri="{BB962C8B-B14F-4D97-AF65-F5344CB8AC3E}">
        <p14:creationId xmlns:p14="http://schemas.microsoft.com/office/powerpoint/2010/main" val="3262748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8536"/>
            <a:ext cx="3423424" cy="4987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Feature: Delegating Constructor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47564-67F9-46E2-903E-DC2C090DB65D}"/>
              </a:ext>
            </a:extLst>
          </p:cNvPr>
          <p:cNvSpPr txBox="1"/>
          <p:nvPr/>
        </p:nvSpPr>
        <p:spPr>
          <a:xfrm>
            <a:off x="195481" y="618436"/>
            <a:ext cx="534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C++11, The constructor can delegate initialization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610B8-1F52-4979-9100-1B2890318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77" y="1096304"/>
            <a:ext cx="6848592" cy="320806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255FC5-F4C2-1C4C-0CFB-C53E44F4F9C0}"/>
              </a:ext>
            </a:extLst>
          </p:cNvPr>
          <p:cNvSpPr txBox="1"/>
          <p:nvPr/>
        </p:nvSpPr>
        <p:spPr>
          <a:xfrm>
            <a:off x="633877" y="4412907"/>
            <a:ext cx="684859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b="1" u="sng" dirty="0"/>
              <a:t>Default constructor </a:t>
            </a:r>
            <a:r>
              <a:rPr lang="en-US" dirty="0"/>
              <a:t>invoking </a:t>
            </a:r>
            <a:r>
              <a:rPr lang="en-US" b="1" u="sng" dirty="0"/>
              <a:t>Parameter constructor</a:t>
            </a:r>
            <a:r>
              <a:rPr lang="en-US" dirty="0"/>
              <a:t>. It is </a:t>
            </a:r>
            <a:r>
              <a:rPr lang="en-US" b="1" u="sng" dirty="0"/>
              <a:t>delegation</a:t>
            </a:r>
            <a:r>
              <a:rPr lang="en-US" dirty="0"/>
              <a:t> of initialization from </a:t>
            </a:r>
            <a:r>
              <a:rPr lang="en-US" b="1" u="sng" dirty="0"/>
              <a:t>default constructor </a:t>
            </a:r>
            <a:r>
              <a:rPr lang="en-US" dirty="0"/>
              <a:t>to </a:t>
            </a:r>
            <a:r>
              <a:rPr lang="en-US" b="1" u="sng" dirty="0"/>
              <a:t>parameter constructor</a:t>
            </a:r>
          </a:p>
        </p:txBody>
      </p:sp>
    </p:spTree>
    <p:extLst>
      <p:ext uri="{BB962C8B-B14F-4D97-AF65-F5344CB8AC3E}">
        <p14:creationId xmlns:p14="http://schemas.microsoft.com/office/powerpoint/2010/main" val="3155966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8060"/>
            <a:ext cx="3412273" cy="396286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Feature: User defined Literals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47564-67F9-46E2-903E-DC2C090DB65D}"/>
              </a:ext>
            </a:extLst>
          </p:cNvPr>
          <p:cNvSpPr txBox="1"/>
          <p:nvPr/>
        </p:nvSpPr>
        <p:spPr>
          <a:xfrm>
            <a:off x="195482" y="618435"/>
            <a:ext cx="668995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C++11, The user can define user defined literal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general syntax is as follows:</a:t>
            </a:r>
          </a:p>
          <a:p>
            <a:r>
              <a:rPr lang="en-US" b="0" i="0" dirty="0">
                <a:solidFill>
                  <a:srgbClr val="1F2328"/>
                </a:solidFill>
                <a:effectLst/>
                <a:latin typeface="ui-monospace"/>
              </a:rPr>
              <a:t>        </a:t>
            </a:r>
            <a:r>
              <a:rPr lang="en-US" b="0" i="0" dirty="0">
                <a:effectLst/>
                <a:highlight>
                  <a:srgbClr val="FFFF00"/>
                </a:highlight>
                <a:latin typeface="ui-monospace"/>
              </a:rPr>
              <a:t>T operator "" X(...) { ... }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r>
              <a:rPr lang="en-US" dirty="0"/>
              <a:t>        function that returns a type T, with a name X</a:t>
            </a:r>
            <a:r>
              <a:rPr lang="en-US" dirty="0">
                <a:highlight>
                  <a:srgbClr val="FFFF00"/>
                </a:highlight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Note that the name of this function defines the name of the literal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Any literal names not starting with an underscore are </a:t>
            </a:r>
            <a:r>
              <a:rPr lang="en-US" b="1" i="0" u="sng" dirty="0">
                <a:solidFill>
                  <a:srgbClr val="1F2328"/>
                </a:solidFill>
                <a:effectLst/>
                <a:latin typeface="-apple-system"/>
              </a:rPr>
              <a:t>reserved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and won't be invoked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highlight>
                <a:srgbClr val="FFFF00"/>
              </a:highlight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UDL concept mainly used in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conversions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or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specifying units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in coding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Advantages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code becomes readable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Conversion computations are done at compile time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0DB14-8677-860F-9375-6493E71F4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95" y="2624328"/>
            <a:ext cx="5238750" cy="255468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077EAE-1E6C-B1B1-6560-7AD7D51F6212}"/>
              </a:ext>
            </a:extLst>
          </p:cNvPr>
          <p:cNvCxnSpPr>
            <a:cxnSpLocks/>
          </p:cNvCxnSpPr>
          <p:nvPr/>
        </p:nvCxnSpPr>
        <p:spPr>
          <a:xfrm>
            <a:off x="6885433" y="628106"/>
            <a:ext cx="0" cy="6047014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CBCDED-6232-9647-8C54-2B5DA0D6E27E}"/>
              </a:ext>
            </a:extLst>
          </p:cNvPr>
          <p:cNvSpPr txBox="1"/>
          <p:nvPr/>
        </p:nvSpPr>
        <p:spPr>
          <a:xfrm>
            <a:off x="7123586" y="474346"/>
            <a:ext cx="48729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There can be of below types: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Integer literals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Floating-point literals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Character literals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String literals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Raw string literals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A9F6A1-F4C7-10F3-E40C-9FE33955A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447" y="2230695"/>
            <a:ext cx="4143953" cy="103837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2902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11151"/>
            <a:ext cx="3445727" cy="607285"/>
          </a:xfrm>
        </p:spPr>
        <p:txBody>
          <a:bodyPr>
            <a:normAutofit fontScale="90000"/>
          </a:bodyPr>
          <a:lstStyle/>
          <a:p>
            <a:r>
              <a:rPr lang="en-US" sz="2000" b="1" u="sng" dirty="0"/>
              <a:t>User Defined Literals continued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A0FF9-C4F5-CD36-3063-7B4546D6ECEA}"/>
              </a:ext>
            </a:extLst>
          </p:cNvPr>
          <p:cNvSpPr txBox="1"/>
          <p:nvPr/>
        </p:nvSpPr>
        <p:spPr>
          <a:xfrm>
            <a:off x="195481" y="618435"/>
            <a:ext cx="105208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We can define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user-defined literals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for user-defined types and the new form of literals for built-in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value of 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UDLs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 is substituted with 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actual value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defined in the code by the compiler at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compile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rgbClr val="1F2328"/>
                </a:solidFill>
                <a:latin typeface="-apple-system"/>
              </a:rPr>
              <a:t>UDLs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 don’t save much coding time, but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more calculations can be shifted to compile-time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for faster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UDLs are treated as a call to a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literal operator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- Only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suffix form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is supported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name of the literal operator is 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operator ” “ 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followed by 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suffix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9E378-CF9D-08D0-A444-064104BC9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50" y="2676293"/>
            <a:ext cx="5825002" cy="343458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A82020-69AE-42C8-BB27-198037B2034B}"/>
              </a:ext>
            </a:extLst>
          </p:cNvPr>
          <p:cNvSpPr/>
          <p:nvPr/>
        </p:nvSpPr>
        <p:spPr>
          <a:xfrm>
            <a:off x="1115122" y="4850780"/>
            <a:ext cx="2631688" cy="167269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C05EDC-6859-9166-4F57-F3D0807C9413}"/>
              </a:ext>
            </a:extLst>
          </p:cNvPr>
          <p:cNvSpPr/>
          <p:nvPr/>
        </p:nvSpPr>
        <p:spPr>
          <a:xfrm>
            <a:off x="1079636" y="5355034"/>
            <a:ext cx="1663564" cy="167269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AEFE9-76D0-30E4-4E20-F8B1D8A1A010}"/>
              </a:ext>
            </a:extLst>
          </p:cNvPr>
          <p:cNvSpPr txBox="1"/>
          <p:nvPr/>
        </p:nvSpPr>
        <p:spPr>
          <a:xfrm>
            <a:off x="1331066" y="6377827"/>
            <a:ext cx="299560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The UDLs will be invoked here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0499B0-B8C6-87E9-9A21-4831DD01AE45}"/>
              </a:ext>
            </a:extLst>
          </p:cNvPr>
          <p:cNvCxnSpPr>
            <a:cxnSpLocks/>
            <a:stCxn id="8" idx="1"/>
            <a:endCxn id="10" idx="1"/>
          </p:cNvCxnSpPr>
          <p:nvPr/>
        </p:nvCxnSpPr>
        <p:spPr>
          <a:xfrm>
            <a:off x="1115122" y="4934415"/>
            <a:ext cx="215944" cy="162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C8220A-998A-FCB8-C5E2-3A32D43551FA}"/>
              </a:ext>
            </a:extLst>
          </p:cNvPr>
          <p:cNvCxnSpPr>
            <a:cxnSpLocks/>
            <a:stCxn id="9" idx="1"/>
            <a:endCxn id="10" idx="1"/>
          </p:cNvCxnSpPr>
          <p:nvPr/>
        </p:nvCxnSpPr>
        <p:spPr>
          <a:xfrm>
            <a:off x="1079636" y="5438669"/>
            <a:ext cx="251430" cy="1123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EEEC8B-06C8-9926-3F4C-45E60B63B614}"/>
              </a:ext>
            </a:extLst>
          </p:cNvPr>
          <p:cNvSpPr txBox="1"/>
          <p:nvPr/>
        </p:nvSpPr>
        <p:spPr>
          <a:xfrm>
            <a:off x="7147932" y="3440130"/>
            <a:ext cx="4237463" cy="2031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char const*</a:t>
            </a:r>
          </a:p>
          <a:p>
            <a:r>
              <a:rPr lang="en-US" dirty="0"/>
              <a:t>unsigned long </a:t>
            </a:r>
            <a:r>
              <a:rPr lang="en-US" dirty="0" err="1"/>
              <a:t>long</a:t>
            </a:r>
            <a:endParaRPr lang="en-US" dirty="0"/>
          </a:p>
          <a:p>
            <a:r>
              <a:rPr lang="en-US" dirty="0"/>
              <a:t>long double</a:t>
            </a:r>
          </a:p>
          <a:p>
            <a:r>
              <a:rPr lang="en-US" dirty="0"/>
              <a:t>char const*, std::</a:t>
            </a:r>
            <a:r>
              <a:rPr lang="en-US" dirty="0" err="1"/>
              <a:t>size_t</a:t>
            </a:r>
            <a:endParaRPr lang="en-US" dirty="0"/>
          </a:p>
          <a:p>
            <a:r>
              <a:rPr lang="en-US" dirty="0" err="1"/>
              <a:t>wchar_t</a:t>
            </a:r>
            <a:r>
              <a:rPr lang="en-US" dirty="0"/>
              <a:t> const*, std::</a:t>
            </a:r>
            <a:r>
              <a:rPr lang="en-US" dirty="0" err="1"/>
              <a:t>size_t</a:t>
            </a:r>
            <a:endParaRPr lang="en-US" dirty="0"/>
          </a:p>
          <a:p>
            <a:r>
              <a:rPr lang="en-US" dirty="0"/>
              <a:t>char16_t const*, std::</a:t>
            </a:r>
            <a:r>
              <a:rPr lang="en-US" dirty="0" err="1"/>
              <a:t>size_t</a:t>
            </a:r>
            <a:endParaRPr lang="en-US" dirty="0"/>
          </a:p>
          <a:p>
            <a:r>
              <a:rPr lang="en-US" dirty="0"/>
              <a:t>char32_t const*, std::</a:t>
            </a:r>
            <a:r>
              <a:rPr lang="en-US" dirty="0" err="1"/>
              <a:t>size_t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A4BF1-CEF7-B401-35DC-AEF01C00C1EC}"/>
              </a:ext>
            </a:extLst>
          </p:cNvPr>
          <p:cNvSpPr txBox="1"/>
          <p:nvPr/>
        </p:nvSpPr>
        <p:spPr>
          <a:xfrm>
            <a:off x="7147932" y="3059668"/>
            <a:ext cx="369105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587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UDLs can only work with below types</a:t>
            </a:r>
          </a:p>
        </p:txBody>
      </p:sp>
    </p:spTree>
    <p:extLst>
      <p:ext uri="{BB962C8B-B14F-4D97-AF65-F5344CB8AC3E}">
        <p14:creationId xmlns:p14="http://schemas.microsoft.com/office/powerpoint/2010/main" val="3131368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151"/>
            <a:ext cx="2955074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Variadic Function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47564-67F9-46E2-903E-DC2C090DB65D}"/>
              </a:ext>
            </a:extLst>
          </p:cNvPr>
          <p:cNvSpPr txBox="1"/>
          <p:nvPr/>
        </p:nvSpPr>
        <p:spPr>
          <a:xfrm>
            <a:off x="262388" y="645857"/>
            <a:ext cx="11312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Variadic templates are class or function </a:t>
            </a:r>
            <a:r>
              <a:rPr lang="en-US" dirty="0">
                <a:solidFill>
                  <a:srgbClr val="1F2328"/>
                </a:solidFill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templates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, that can take </a:t>
            </a:r>
            <a:r>
              <a:rPr lang="en-US" b="1" dirty="0">
                <a:solidFill>
                  <a:srgbClr val="1F2328"/>
                </a:solidFill>
                <a:latin typeface="-apple-system"/>
              </a:rPr>
              <a:t>any number of variable(zero or more)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In C++, templates can have a fixed number of parameters only that have to be specified at the time of declaration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Variadic templates help to overcome this issue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D862EE-3AB0-BA6D-6BB4-E36752C2F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4" y="1688439"/>
            <a:ext cx="4362450" cy="412432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1CECA3-F274-EE44-DF2C-2C78367FE4D2}"/>
              </a:ext>
            </a:extLst>
          </p:cNvPr>
          <p:cNvSpPr txBox="1"/>
          <p:nvPr/>
        </p:nvSpPr>
        <p:spPr>
          <a:xfrm>
            <a:off x="5918676" y="3407367"/>
            <a:ext cx="48739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template(</a:t>
            </a:r>
            <a:r>
              <a:rPr lang="en-US" dirty="0" err="1"/>
              <a:t>typename</a:t>
            </a:r>
            <a:r>
              <a:rPr lang="en-US" dirty="0"/>
              <a:t> </a:t>
            </a:r>
            <a:r>
              <a:rPr lang="en-US" dirty="0" err="1"/>
              <a:t>arg</a:t>
            </a:r>
            <a:r>
              <a:rPr lang="en-US" dirty="0"/>
              <a:t>, </a:t>
            </a:r>
            <a:r>
              <a:rPr lang="en-US" dirty="0" err="1"/>
              <a:t>typename</a:t>
            </a:r>
            <a:r>
              <a:rPr lang="en-US" dirty="0"/>
              <a:t>...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 err="1"/>
              <a:t>return_type</a:t>
            </a:r>
            <a:r>
              <a:rPr lang="en-US" dirty="0"/>
              <a:t> </a:t>
            </a:r>
            <a:r>
              <a:rPr lang="en-US" dirty="0" err="1"/>
              <a:t>function_name</a:t>
            </a:r>
            <a:r>
              <a:rPr lang="en-US" dirty="0"/>
              <a:t>(</a:t>
            </a:r>
            <a:r>
              <a:rPr lang="en-US" dirty="0" err="1"/>
              <a:t>arg</a:t>
            </a:r>
            <a:r>
              <a:rPr lang="en-US" dirty="0"/>
              <a:t> var1, </a:t>
            </a:r>
            <a:r>
              <a:rPr lang="en-US" dirty="0" err="1"/>
              <a:t>args</a:t>
            </a:r>
            <a:r>
              <a:rPr lang="en-US" dirty="0"/>
              <a:t>... var2)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35DEFA-1236-F109-F542-CFB31101BD2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5054654" y="3730533"/>
            <a:ext cx="864022" cy="20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591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8572"/>
            <a:ext cx="1405054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type alias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47564-67F9-46E2-903E-DC2C090DB65D}"/>
              </a:ext>
            </a:extLst>
          </p:cNvPr>
          <p:cNvSpPr txBox="1"/>
          <p:nvPr/>
        </p:nvSpPr>
        <p:spPr>
          <a:xfrm>
            <a:off x="262388" y="645856"/>
            <a:ext cx="54434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In C++, It is possible to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create synonyms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that can be used instead of type name – This can be achieved by using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typedef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declaration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typedef can be used in several use cases – Declaration simplification, providing meaningful names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However, typedef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can’t be used with templates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In C++11, a type alias is a name for another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already declared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type, and an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alias template is a name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for another already declared template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Create type aliases with the form </a:t>
            </a:r>
            <a:r>
              <a:rPr lang="en-US" b="1" dirty="0">
                <a:solidFill>
                  <a:srgbClr val="1F2328"/>
                </a:solidFill>
                <a:highlight>
                  <a:srgbClr val="FFFF00"/>
                </a:highlight>
                <a:latin typeface="-apple-system"/>
              </a:rPr>
              <a:t>using identifier = type-id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DDDAE-3CBD-A7D6-93F5-A19CAB74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" y="4062176"/>
            <a:ext cx="4943475" cy="236605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8346951-8950-5229-FBAB-00D8C675A286}"/>
              </a:ext>
            </a:extLst>
          </p:cNvPr>
          <p:cNvCxnSpPr>
            <a:cxnSpLocks/>
          </p:cNvCxnSpPr>
          <p:nvPr/>
        </p:nvCxnSpPr>
        <p:spPr>
          <a:xfrm>
            <a:off x="6068569" y="545272"/>
            <a:ext cx="0" cy="6047014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4107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8572"/>
            <a:ext cx="1405054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47564-67F9-46E2-903E-DC2C090DB65D}"/>
              </a:ext>
            </a:extLst>
          </p:cNvPr>
          <p:cNvSpPr txBox="1"/>
          <p:nvPr/>
        </p:nvSpPr>
        <p:spPr>
          <a:xfrm>
            <a:off x="262388" y="645857"/>
            <a:ext cx="11312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Attributes allow the programmer to specify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additional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information to the compiler to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enforce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constraints, optimize certain pieces of code or do some specific code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An attribute acts as an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annotation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or a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note to the compiler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which provides additional information about the code for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optimization purposes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and enforcing certain conditions on it 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F0A8E74-ED55-222A-DC52-D5F383577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019535"/>
              </p:ext>
            </p:extLst>
          </p:nvPr>
        </p:nvGraphicFramePr>
        <p:xfrm>
          <a:off x="702527" y="2091266"/>
          <a:ext cx="1013645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475">
                  <a:extLst>
                    <a:ext uri="{9D8B030D-6E8A-4147-A177-3AD203B41FA5}">
                      <a16:colId xmlns:a16="http://schemas.microsoft.com/office/drawing/2014/main" val="1509280565"/>
                    </a:ext>
                  </a:extLst>
                </a:gridCol>
                <a:gridCol w="8119983">
                  <a:extLst>
                    <a:ext uri="{9D8B030D-6E8A-4147-A177-3AD203B41FA5}">
                      <a16:colId xmlns:a16="http://schemas.microsoft.com/office/drawing/2014/main" val="406484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[[</a:t>
                      </a:r>
                      <a:r>
                        <a:rPr lang="en-US" dirty="0" err="1"/>
                        <a:t>noreturn</a:t>
                      </a:r>
                      <a:r>
                        <a:rPr lang="en-US" dirty="0"/>
                        <a:t>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attribute used to indicate function should not return anything.</a:t>
                      </a:r>
                    </a:p>
                    <a:p>
                      <a:r>
                        <a:rPr lang="en-US" dirty="0"/>
                        <a:t>Any return statement inside function should cause warning during </a:t>
                      </a:r>
                      <a:r>
                        <a:rPr lang="en-US" dirty="0" err="1"/>
                        <a:t>compilition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6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nodiscard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attribute used to indicate – the return value of this function not be ignored..</a:t>
                      </a:r>
                    </a:p>
                    <a:p>
                      <a:r>
                        <a:rPr lang="en-US" dirty="0"/>
                        <a:t>The invoker must use return value of this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859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[[deprecated]]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Indicates function is deprecated.</a:t>
                      </a:r>
                    </a:p>
                    <a:p>
                      <a:r>
                        <a:rPr lang="en-US" dirty="0"/>
                        <a:t>The reason also can be specified for deprecation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63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[[</a:t>
                      </a:r>
                      <a:r>
                        <a:rPr lang="en-US" dirty="0" err="1"/>
                        <a:t>maybe_used</a:t>
                      </a:r>
                      <a:r>
                        <a:rPr lang="en-US" dirty="0"/>
                        <a:t>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remove the warnings related to un-used variables/function</a:t>
                      </a:r>
                    </a:p>
                    <a:p>
                      <a:r>
                        <a:rPr lang="en-US" dirty="0"/>
                        <a:t>This attribute can be used to indicate this variable/function will be unused</a:t>
                      </a:r>
                    </a:p>
                    <a:p>
                      <a:r>
                        <a:rPr lang="en-US" dirty="0"/>
                        <a:t>[[</a:t>
                      </a:r>
                      <a:r>
                        <a:rPr lang="en-US" dirty="0" err="1"/>
                        <a:t>maybe_unused</a:t>
                      </a:r>
                      <a:r>
                        <a:rPr lang="en-US" dirty="0"/>
                        <a:t>]] char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dirty="0" err="1"/>
                        <a:t>mg_brk</a:t>
                      </a:r>
                      <a:r>
                        <a:rPr lang="en-US" dirty="0"/>
                        <a:t> = 'D’; //</a:t>
                      </a:r>
                      <a:r>
                        <a:rPr lang="en-US" dirty="0" err="1"/>
                        <a:t>mg_brk</a:t>
                      </a:r>
                      <a:r>
                        <a:rPr lang="en-US" dirty="0"/>
                        <a:t> may be unused in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52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634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8572"/>
            <a:ext cx="2464420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Feature: constexpr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47564-67F9-46E2-903E-DC2C090DB65D}"/>
              </a:ext>
            </a:extLst>
          </p:cNvPr>
          <p:cNvSpPr txBox="1"/>
          <p:nvPr/>
        </p:nvSpPr>
        <p:spPr>
          <a:xfrm>
            <a:off x="262388" y="645857"/>
            <a:ext cx="118255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computation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will be done at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compile time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– This will improve the performance of the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idea is to spend time in </a:t>
            </a:r>
            <a:r>
              <a:rPr lang="en-US" b="1" i="0" u="sng" dirty="0">
                <a:solidFill>
                  <a:srgbClr val="273239"/>
                </a:solidFill>
                <a:effectLst/>
                <a:latin typeface="Nunito" pitchFamily="2" charset="0"/>
              </a:rPr>
              <a:t>compilation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and </a:t>
            </a:r>
            <a:r>
              <a:rPr lang="en-US" b="1" i="0" u="sng" dirty="0">
                <a:solidFill>
                  <a:srgbClr val="273239"/>
                </a:solidFill>
                <a:effectLst/>
                <a:latin typeface="Nunito" pitchFamily="2" charset="0"/>
              </a:rPr>
              <a:t>save time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at run time</a:t>
            </a: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constexpr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specifies that the value of an object or a function can be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evaluated at compile-time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and the expression can be used in other constant expressions.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5119F-23A8-4D91-1735-709E2ADE4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097165"/>
            <a:ext cx="5295900" cy="2914650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2B599E-7D85-8F41-49FB-B59EFB6F5846}"/>
              </a:ext>
            </a:extLst>
          </p:cNvPr>
          <p:cNvSpPr txBox="1"/>
          <p:nvPr/>
        </p:nvSpPr>
        <p:spPr>
          <a:xfrm>
            <a:off x="6641481" y="2097165"/>
            <a:ext cx="5295900" cy="36933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C++11, constexpr function should have only </a:t>
            </a:r>
            <a:r>
              <a:rPr lang="en-US" b="1" u="sng" dirty="0"/>
              <a:t>single return </a:t>
            </a:r>
            <a:r>
              <a:rPr lang="en-US" dirty="0"/>
              <a:t>statement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constexpr should refer only to </a:t>
            </a:r>
            <a:r>
              <a:rPr lang="en-US" b="1" u="sng" dirty="0"/>
              <a:t>constant global variables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constexpr function can call only other constexpr function not simple functions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function should </a:t>
            </a:r>
            <a:r>
              <a:rPr lang="en-US" b="1" u="sng" dirty="0"/>
              <a:t>not be void </a:t>
            </a:r>
            <a:r>
              <a:rPr lang="en-US" dirty="0"/>
              <a:t>type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u="sng" dirty="0"/>
              <a:t>pre-increment</a:t>
            </a:r>
            <a:r>
              <a:rPr lang="en-US" dirty="0"/>
              <a:t> not allowed inside const expr </a:t>
            </a:r>
          </a:p>
          <a:p>
            <a:r>
              <a:rPr lang="en-US" dirty="0"/>
              <a:t> function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must not be virtual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must not contain try-catch block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must not be co-routine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Destructor can’t be constexpr</a:t>
            </a:r>
          </a:p>
        </p:txBody>
      </p:sp>
    </p:spTree>
    <p:extLst>
      <p:ext uri="{BB962C8B-B14F-4D97-AF65-F5344CB8AC3E}">
        <p14:creationId xmlns:p14="http://schemas.microsoft.com/office/powerpoint/2010/main" val="26805449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38572"/>
            <a:ext cx="2687445" cy="60728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constexpr continued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2694D6-3FC3-4529-7CEF-31E34A84A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44" y="832042"/>
            <a:ext cx="4472568" cy="3476625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5C8AF7-A6F0-A27A-47E5-9713E27A71C7}"/>
              </a:ext>
            </a:extLst>
          </p:cNvPr>
          <p:cNvSpPr/>
          <p:nvPr/>
        </p:nvSpPr>
        <p:spPr>
          <a:xfrm>
            <a:off x="289932" y="1037063"/>
            <a:ext cx="3055434" cy="1070517"/>
          </a:xfrm>
          <a:prstGeom prst="rect">
            <a:avLst/>
          </a:prstGeom>
          <a:noFill/>
          <a:ln w="158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5F8E86-0D05-EDD9-685D-2EACDB41FFDE}"/>
              </a:ext>
            </a:extLst>
          </p:cNvPr>
          <p:cNvSpPr txBox="1"/>
          <p:nvPr/>
        </p:nvSpPr>
        <p:spPr>
          <a:xfrm>
            <a:off x="210944" y="4620608"/>
            <a:ext cx="4472568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The main advantage of this feature is it allows us to evaluate array size compile time constant. This was not possible before C++11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ACB33B-23AC-EFDE-BD52-E293985D8EF8}"/>
              </a:ext>
            </a:extLst>
          </p:cNvPr>
          <p:cNvCxnSpPr/>
          <p:nvPr/>
        </p:nvCxnSpPr>
        <p:spPr>
          <a:xfrm>
            <a:off x="4917688" y="446049"/>
            <a:ext cx="0" cy="5709424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DE94232D-61BC-55D8-C307-980598296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27255"/>
              </p:ext>
            </p:extLst>
          </p:nvPr>
        </p:nvGraphicFramePr>
        <p:xfrm>
          <a:off x="5151864" y="959500"/>
          <a:ext cx="663497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487">
                  <a:extLst>
                    <a:ext uri="{9D8B030D-6E8A-4147-A177-3AD203B41FA5}">
                      <a16:colId xmlns:a16="http://schemas.microsoft.com/office/drawing/2014/main" val="2307950795"/>
                    </a:ext>
                  </a:extLst>
                </a:gridCol>
                <a:gridCol w="3317487">
                  <a:extLst>
                    <a:ext uri="{9D8B030D-6E8A-4147-A177-3AD203B41FA5}">
                      <a16:colId xmlns:a16="http://schemas.microsoft.com/office/drawing/2014/main" val="2913775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Inline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37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 removes function calls as it evaluates during the code/expressions in compile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hardly removes any function calls as it performs an action on expression in the run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440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 is possible to access the value at compile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not possible to access the value at compile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78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 doesn’t imply external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implies external linkage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61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6587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38572"/>
            <a:ext cx="2687445" cy="607285"/>
          </a:xfrm>
        </p:spPr>
        <p:txBody>
          <a:bodyPr>
            <a:normAutofit fontScale="90000"/>
          </a:bodyPr>
          <a:lstStyle/>
          <a:p>
            <a:r>
              <a:rPr lang="en-US" sz="2000" b="1" u="sng" dirty="0"/>
              <a:t>Feature: Inline namespace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7639E-733F-D18F-CA56-36127AF3A279}"/>
              </a:ext>
            </a:extLst>
          </p:cNvPr>
          <p:cNvSpPr txBox="1"/>
          <p:nvPr/>
        </p:nvSpPr>
        <p:spPr>
          <a:xfrm>
            <a:off x="262388" y="645857"/>
            <a:ext cx="116248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In C++, namespaces can be nested, and the resolution of namespace variables is hierarchical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An inline namespace is a namespace that uses 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optional keyword inline 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in its original-namespace definition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This allows the identifiers of 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nested inline namespace to behave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as if they are the identifier of 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parent/enclosing namespace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.</a:t>
            </a:r>
          </a:p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&lt;inline namespace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namespace_name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&gt;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37A0DA-C329-AC6F-5AF1-E71A7445B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77" y="2108310"/>
            <a:ext cx="3752850" cy="3238500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639701-7FA9-2475-555E-401BA9503139}"/>
              </a:ext>
            </a:extLst>
          </p:cNvPr>
          <p:cNvSpPr txBox="1"/>
          <p:nvPr/>
        </p:nvSpPr>
        <p:spPr>
          <a:xfrm>
            <a:off x="584277" y="5484754"/>
            <a:ext cx="3752850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var acts as a member from ns1 namespace which is parent of ns2..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A61CFD-96F5-B914-A6E1-0D9101251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490" y="2108310"/>
            <a:ext cx="3724476" cy="3238500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22B7BC-3F71-DFD0-E9E6-1B9085A8519D}"/>
              </a:ext>
            </a:extLst>
          </p:cNvPr>
          <p:cNvSpPr txBox="1"/>
          <p:nvPr/>
        </p:nvSpPr>
        <p:spPr>
          <a:xfrm>
            <a:off x="4650490" y="5514216"/>
            <a:ext cx="3717042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var acts as a member from ns1 namespace which is parent of ns2..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B227D-6C00-BAD9-DFD0-014FA2F0DAA6}"/>
              </a:ext>
            </a:extLst>
          </p:cNvPr>
          <p:cNvSpPr txBox="1"/>
          <p:nvPr/>
        </p:nvSpPr>
        <p:spPr>
          <a:xfrm>
            <a:off x="565394" y="6314498"/>
            <a:ext cx="780957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This above feature also can be achieved through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using namespace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feature as well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166A6-3B46-5996-28AC-5985F866B55B}"/>
              </a:ext>
            </a:extLst>
          </p:cNvPr>
          <p:cNvSpPr txBox="1"/>
          <p:nvPr/>
        </p:nvSpPr>
        <p:spPr>
          <a:xfrm>
            <a:off x="8485781" y="2108310"/>
            <a:ext cx="3568687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Advantages</a:t>
            </a:r>
          </a:p>
          <a:p>
            <a:r>
              <a:rPr lang="en-US" b="1" u="sng" dirty="0">
                <a:latin typeface="-apple-system"/>
              </a:rPr>
              <a:t>Avoid Verbose</a:t>
            </a:r>
            <a:r>
              <a:rPr lang="en-US" dirty="0">
                <a:latin typeface="-apple-system"/>
              </a:rPr>
              <a:t>: Consider the above code, If you want to print “var” without inline namespace ns1::ns2:: ns3:: var </a:t>
            </a:r>
            <a:r>
              <a:rPr lang="en-US" b="1" u="sng" dirty="0">
                <a:latin typeface="-apple-system"/>
              </a:rPr>
              <a:t> </a:t>
            </a:r>
            <a:r>
              <a:rPr lang="en-US" dirty="0">
                <a:latin typeface="-apple-system"/>
              </a:rPr>
              <a:t>This looks good only if the </a:t>
            </a:r>
            <a:r>
              <a:rPr lang="en-US" b="1" u="sng" dirty="0">
                <a:latin typeface="-apple-system"/>
              </a:rPr>
              <a:t>namespace’s names are short </a:t>
            </a:r>
            <a:r>
              <a:rPr lang="en-US" dirty="0">
                <a:latin typeface="-apple-system"/>
              </a:rPr>
              <a:t>as in the above example. But by using inline with namespaces there is no need to type the entire namespace as given above or use the “using” directive</a:t>
            </a: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712341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38572"/>
            <a:ext cx="1761894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Tuples &amp; tie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8CBB9-405A-DEBC-0434-6D5B9483AE20}"/>
              </a:ext>
            </a:extLst>
          </p:cNvPr>
          <p:cNvSpPr txBox="1"/>
          <p:nvPr/>
        </p:nvSpPr>
        <p:spPr>
          <a:xfrm>
            <a:off x="283594" y="545496"/>
            <a:ext cx="528829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 tuple is an object capable to hold collection of elements. Each element can be of different type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Tuples are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immutable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, and they have a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fixed size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tuple syntax as follows: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For example, to create tuple with 3 elements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Common C++ data structures like vectors, arrays, priority queues, etc., can contain elements of a single data type. So, when we need a data structure that can hold a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fixed number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of elements of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different data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types together, tuples are useful, as they may contain any data type, both primitive and abstract data types like string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B1801-7BC7-4A52-A924-3EEC7DF32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106" y="545495"/>
            <a:ext cx="6043962" cy="3447200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BF9D92-D032-A572-9032-B62455DB5F3E}"/>
              </a:ext>
            </a:extLst>
          </p:cNvPr>
          <p:cNvCxnSpPr>
            <a:cxnSpLocks/>
          </p:cNvCxnSpPr>
          <p:nvPr/>
        </p:nvCxnSpPr>
        <p:spPr>
          <a:xfrm>
            <a:off x="5571892" y="312234"/>
            <a:ext cx="0" cy="6233532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076D98C-7F3B-312F-4F57-F03AE5084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89" y="1933343"/>
            <a:ext cx="4906705" cy="887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DD97B2-EEC5-91D5-CAFB-E93349D7D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93" y="3062922"/>
            <a:ext cx="5002083" cy="8879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FF7592-6D30-5333-ED16-495F7F4F39A8}"/>
              </a:ext>
            </a:extLst>
          </p:cNvPr>
          <p:cNvSpPr txBox="1"/>
          <p:nvPr/>
        </p:nvSpPr>
        <p:spPr>
          <a:xfrm>
            <a:off x="5762690" y="4293220"/>
            <a:ext cx="5210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o/p:</a:t>
            </a:r>
          </a:p>
          <a:p>
            <a:r>
              <a:rPr lang="en-US" b="1" dirty="0"/>
              <a:t>tuple1 : 10 A</a:t>
            </a:r>
          </a:p>
          <a:p>
            <a:r>
              <a:rPr lang="en-US" b="1" dirty="0"/>
              <a:t>tuple1 : 100 A</a:t>
            </a:r>
          </a:p>
          <a:p>
            <a:r>
              <a:rPr lang="en-US" b="1" dirty="0"/>
              <a:t>After unpacking: &lt;</a:t>
            </a:r>
            <a:r>
              <a:rPr lang="en-US" b="1" dirty="0" err="1"/>
              <a:t>myInt</a:t>
            </a:r>
            <a:r>
              <a:rPr lang="en-US" b="1" dirty="0"/>
              <a:t>&gt;: 100 &lt;</a:t>
            </a:r>
            <a:r>
              <a:rPr lang="en-US" b="1" dirty="0" err="1"/>
              <a:t>myChar</a:t>
            </a:r>
            <a:r>
              <a:rPr lang="en-US" b="1" dirty="0"/>
              <a:t>&gt;: A</a:t>
            </a:r>
          </a:p>
        </p:txBody>
      </p:sp>
    </p:spTree>
    <p:extLst>
      <p:ext uri="{BB962C8B-B14F-4D97-AF65-F5344CB8AC3E}">
        <p14:creationId xmlns:p14="http://schemas.microsoft.com/office/powerpoint/2010/main" val="16846014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38572"/>
            <a:ext cx="2486723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Tuples  continued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8CBB9-405A-DEBC-0434-6D5B9483AE20}"/>
              </a:ext>
            </a:extLst>
          </p:cNvPr>
          <p:cNvSpPr txBox="1"/>
          <p:nvPr/>
        </p:nvSpPr>
        <p:spPr>
          <a:xfrm>
            <a:off x="283594" y="545496"/>
            <a:ext cx="106334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tuple provide below member functions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get() function used to read tuple values based on index passed &amp; it can read only maximum size of tuple..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Attempting read beyond tuple size can results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compilation error.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6EFD7B1F-C7E2-FFAC-1456-86C61154E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802153"/>
              </p:ext>
            </p:extLst>
          </p:nvPr>
        </p:nvGraphicFramePr>
        <p:xfrm>
          <a:off x="626946" y="914828"/>
          <a:ext cx="940915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2956">
                  <a:extLst>
                    <a:ext uri="{9D8B030D-6E8A-4147-A177-3AD203B41FA5}">
                      <a16:colId xmlns:a16="http://schemas.microsoft.com/office/drawing/2014/main" val="381977447"/>
                    </a:ext>
                  </a:extLst>
                </a:gridCol>
                <a:gridCol w="6356196">
                  <a:extLst>
                    <a:ext uri="{9D8B030D-6E8A-4147-A177-3AD203B41FA5}">
                      <a16:colId xmlns:a16="http://schemas.microsoft.com/office/drawing/2014/main" val="1081843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(constructor)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Construct the 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042"/>
                  </a:ext>
                </a:extLst>
              </a:tr>
              <a:tr h="275503">
                <a:tc>
                  <a:txBody>
                    <a:bodyPr/>
                    <a:lstStyle/>
                    <a:p>
                      <a:r>
                        <a:rPr lang="en-US" sz="18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tuple::operator=</a:t>
                      </a:r>
                      <a:endParaRPr 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Assign tuple from other 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962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tuple::swap</a:t>
                      </a:r>
                      <a:endParaRPr 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 content of two 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546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relational operators (tuple)</a:t>
                      </a:r>
                      <a:endParaRPr lang="en-US" sz="1800" b="0" i="0" u="non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Comparing content of tuples for &gt;, &lt;, &gt;=, &lt;=, == and !=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69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get(tuple)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the content of 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9767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388E434-AF2D-A98B-B393-D3151E005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46" y="3796328"/>
            <a:ext cx="8550508" cy="2693681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958285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38572"/>
            <a:ext cx="2486723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Tuples  continued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8CBB9-405A-DEBC-0434-6D5B9483AE20}"/>
              </a:ext>
            </a:extLst>
          </p:cNvPr>
          <p:cNvSpPr txBox="1"/>
          <p:nvPr/>
        </p:nvSpPr>
        <p:spPr>
          <a:xfrm>
            <a:off x="283594" y="545496"/>
            <a:ext cx="106334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We can’t type cast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incorrect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type to tuple value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Index passed to std::get&lt;index&gt; must be constant variable, variables not allowed while reading tuple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DFECFB-E1D6-581D-EC6F-66B3A59B0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98" y="914828"/>
            <a:ext cx="7189518" cy="2498222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02382A-EB22-8E22-BA61-DA40DBB4D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97" y="3961816"/>
            <a:ext cx="7189517" cy="2628435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5377EF9-34C6-D6CA-7749-2A607C82DEB9}"/>
              </a:ext>
            </a:extLst>
          </p:cNvPr>
          <p:cNvSpPr/>
          <p:nvPr/>
        </p:nvSpPr>
        <p:spPr>
          <a:xfrm>
            <a:off x="1103971" y="5776332"/>
            <a:ext cx="1951463" cy="166840"/>
          </a:xfrm>
          <a:prstGeom prst="rect">
            <a:avLst/>
          </a:prstGeom>
          <a:solidFill>
            <a:schemeClr val="accent4">
              <a:lumMod val="40000"/>
              <a:lumOff val="60000"/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E08D8F-CFA8-8568-B603-7AD5C087DECF}"/>
              </a:ext>
            </a:extLst>
          </p:cNvPr>
          <p:cNvSpPr/>
          <p:nvPr/>
        </p:nvSpPr>
        <p:spPr>
          <a:xfrm>
            <a:off x="1243359" y="2946549"/>
            <a:ext cx="3551665" cy="186944"/>
          </a:xfrm>
          <a:prstGeom prst="rect">
            <a:avLst/>
          </a:prstGeom>
          <a:solidFill>
            <a:schemeClr val="accent4">
              <a:lumMod val="40000"/>
              <a:lumOff val="60000"/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281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38572"/>
            <a:ext cx="2486723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Tuples  continued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8CBB9-405A-DEBC-0434-6D5B9483AE20}"/>
              </a:ext>
            </a:extLst>
          </p:cNvPr>
          <p:cNvSpPr txBox="1"/>
          <p:nvPr/>
        </p:nvSpPr>
        <p:spPr>
          <a:xfrm>
            <a:off x="283594" y="545496"/>
            <a:ext cx="874889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std::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make_tuple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can be used to construct tuple object type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1F2328"/>
                </a:solidFill>
                <a:latin typeface="-apple-system"/>
              </a:rPr>
              <a:t>tuple_size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() can be used for computing size of tuple – it output total number of elements inside tuple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D2943-BF88-3BA9-9060-08290E8D5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43" y="984211"/>
            <a:ext cx="8201025" cy="2444789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05D2B3-6825-DB5A-A99D-443CC519D7F2}"/>
              </a:ext>
            </a:extLst>
          </p:cNvPr>
          <p:cNvSpPr/>
          <p:nvPr/>
        </p:nvSpPr>
        <p:spPr>
          <a:xfrm>
            <a:off x="5263376" y="2096430"/>
            <a:ext cx="3456878" cy="2007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8E0C0E-544F-4DFB-A3CF-0A29D8014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88" y="4209558"/>
            <a:ext cx="8343900" cy="2102946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909671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38572"/>
            <a:ext cx="2486723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tuple  continued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8CBB9-405A-DEBC-0434-6D5B9483AE20}"/>
              </a:ext>
            </a:extLst>
          </p:cNvPr>
          <p:cNvSpPr txBox="1"/>
          <p:nvPr/>
        </p:nvSpPr>
        <p:spPr>
          <a:xfrm>
            <a:off x="283594" y="545496"/>
            <a:ext cx="8748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std::swap() function call can be used to swap content of two tuples – both tuples should be same type including order of arguments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083E07-F606-1888-E0DE-F82DE2118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97" y="1309107"/>
            <a:ext cx="5749035" cy="3876210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B77480-BF8F-932F-1F3C-92568ABAA45D}"/>
              </a:ext>
            </a:extLst>
          </p:cNvPr>
          <p:cNvSpPr txBox="1"/>
          <p:nvPr/>
        </p:nvSpPr>
        <p:spPr>
          <a:xfrm>
            <a:off x="6497396" y="1739590"/>
            <a:ext cx="3148409" cy="258532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o/p:</a:t>
            </a:r>
          </a:p>
          <a:p>
            <a:r>
              <a:rPr lang="en-US" dirty="0"/>
              <a:t>Before swapping: t1 content:</a:t>
            </a:r>
          </a:p>
          <a:p>
            <a:r>
              <a:rPr lang="en-US" dirty="0"/>
              <a:t>10 A CPP-Easy</a:t>
            </a:r>
          </a:p>
          <a:p>
            <a:r>
              <a:rPr lang="en-US" dirty="0"/>
              <a:t>t2 content:</a:t>
            </a:r>
          </a:p>
          <a:p>
            <a:r>
              <a:rPr lang="en-US" dirty="0"/>
              <a:t>20 B C-Easy</a:t>
            </a:r>
          </a:p>
          <a:p>
            <a:r>
              <a:rPr lang="en-US" dirty="0"/>
              <a:t>After swapping: t1 content:</a:t>
            </a:r>
          </a:p>
          <a:p>
            <a:r>
              <a:rPr lang="en-US" dirty="0"/>
              <a:t>20 B C-Easy</a:t>
            </a:r>
          </a:p>
          <a:p>
            <a:r>
              <a:rPr lang="en-US" dirty="0"/>
              <a:t>t2 content:</a:t>
            </a:r>
          </a:p>
          <a:p>
            <a:r>
              <a:rPr lang="en-US" dirty="0"/>
              <a:t>10 A CPP-Easy</a:t>
            </a:r>
          </a:p>
        </p:txBody>
      </p:sp>
    </p:spTree>
    <p:extLst>
      <p:ext uri="{BB962C8B-B14F-4D97-AF65-F5344CB8AC3E}">
        <p14:creationId xmlns:p14="http://schemas.microsoft.com/office/powerpoint/2010/main" val="2978339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38572"/>
            <a:ext cx="2319455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tuple continued ….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E0A04-42DD-D48F-341D-B52A0299DDCE}"/>
              </a:ext>
            </a:extLst>
          </p:cNvPr>
          <p:cNvSpPr txBox="1"/>
          <p:nvPr/>
        </p:nvSpPr>
        <p:spPr>
          <a:xfrm>
            <a:off x="361654" y="583168"/>
            <a:ext cx="933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There can be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tuple_cat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as well – This will unpack values from more than one tuples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C252C-429B-8ED6-8993-DDC2A522D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28" y="1271587"/>
            <a:ext cx="9515475" cy="4314825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86A541-8546-3B45-C0AE-363E248D34B3}"/>
              </a:ext>
            </a:extLst>
          </p:cNvPr>
          <p:cNvSpPr/>
          <p:nvPr/>
        </p:nvSpPr>
        <p:spPr>
          <a:xfrm>
            <a:off x="7683189" y="3337001"/>
            <a:ext cx="1338147" cy="209087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15000"/>
                <a:alpha val="4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789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38572"/>
            <a:ext cx="869796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tie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8CBB9-405A-DEBC-0434-6D5B9483AE20}"/>
              </a:ext>
            </a:extLst>
          </p:cNvPr>
          <p:cNvSpPr txBox="1"/>
          <p:nvPr/>
        </p:nvSpPr>
        <p:spPr>
          <a:xfrm>
            <a:off x="283594" y="545496"/>
            <a:ext cx="109010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 tuple is an object capable to hold collection of elements. Each element can be of different type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std::tie feature used for unpacking content of tuple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constructs a tuple object whose elements are </a:t>
            </a:r>
            <a:r>
              <a:rPr lang="en-US" b="1" u="sng" dirty="0"/>
              <a:t>references</a:t>
            </a:r>
            <a:r>
              <a:rPr lang="en-US" dirty="0"/>
              <a:t> to the arguments in </a:t>
            </a:r>
            <a:r>
              <a:rPr lang="en-US" dirty="0" err="1"/>
              <a:t>args</a:t>
            </a:r>
            <a:r>
              <a:rPr lang="en-US" dirty="0"/>
              <a:t>, in the same order.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allows a set of objects to act as a tuple, which is especially useful to </a:t>
            </a:r>
            <a:r>
              <a:rPr lang="en-US" b="1" u="sng" dirty="0"/>
              <a:t>unpack tuple objects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special constant </a:t>
            </a:r>
            <a:r>
              <a:rPr lang="en-US" b="1" u="sng" dirty="0"/>
              <a:t>ignore</a:t>
            </a:r>
            <a:r>
              <a:rPr lang="en-US" dirty="0"/>
              <a:t> can be used to specify elements of a tuple to be ignored instead of tied to a specific object.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B1801-7BC7-4A52-A924-3EEC7DF32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09" y="2362199"/>
            <a:ext cx="6043962" cy="3447200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794510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38572"/>
            <a:ext cx="2319455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tie continued ….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E0A04-42DD-D48F-341D-B52A0299DDCE}"/>
              </a:ext>
            </a:extLst>
          </p:cNvPr>
          <p:cNvSpPr txBox="1"/>
          <p:nvPr/>
        </p:nvSpPr>
        <p:spPr>
          <a:xfrm>
            <a:off x="361654" y="583168"/>
            <a:ext cx="933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While packing – the individual parameter can be ignored as well using “std::ignore” parameter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EEBA6D-D094-1FC6-D7AA-5D4CA588F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3" y="990172"/>
            <a:ext cx="9167929" cy="3991997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50C805-FB05-63BD-EABC-6C11308BFFDB}"/>
              </a:ext>
            </a:extLst>
          </p:cNvPr>
          <p:cNvSpPr txBox="1"/>
          <p:nvPr/>
        </p:nvSpPr>
        <p:spPr>
          <a:xfrm>
            <a:off x="2180063" y="5544662"/>
            <a:ext cx="4616604" cy="646331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 is ignored here &amp; on printing </a:t>
            </a:r>
            <a:r>
              <a:rPr lang="en-US" dirty="0" err="1"/>
              <a:t>myChar</a:t>
            </a:r>
            <a:r>
              <a:rPr lang="en-US" dirty="0"/>
              <a:t> it will result into empty space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1D6E22-37D0-B5CA-FE91-D3013B974712}"/>
              </a:ext>
            </a:extLst>
          </p:cNvPr>
          <p:cNvSpPr/>
          <p:nvPr/>
        </p:nvSpPr>
        <p:spPr>
          <a:xfrm>
            <a:off x="2676292" y="3668751"/>
            <a:ext cx="1059366" cy="183995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15000"/>
                <a:alpha val="4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1FD4FE-786D-2DFC-A50E-0E60E57E661F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3205975" y="3852746"/>
            <a:ext cx="1282390" cy="1691916"/>
          </a:xfrm>
          <a:prstGeom prst="line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7690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38572"/>
            <a:ext cx="2319455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Variadic Templates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E0A04-42DD-D48F-341D-B52A0299DDCE}"/>
              </a:ext>
            </a:extLst>
          </p:cNvPr>
          <p:cNvSpPr txBox="1"/>
          <p:nvPr/>
        </p:nvSpPr>
        <p:spPr>
          <a:xfrm>
            <a:off x="361653" y="583168"/>
            <a:ext cx="102766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Before C++11, the templates needs to have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fixed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number of arguments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One way to solve this issue is through overloading the templates to take ‘N’ number of arguments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With 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variadic templates feature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, you can define class or function templates that have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any number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(including zero) of parameters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To achieve this goal, this feature introduces a kind of parameter called 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parameter pack 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to represent a list of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zero or more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parameters for templates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variadic template feature also introduces 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pack expansion 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to indicate that a parameter pack is expanded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DE5A5-AE84-CA63-BF8C-37EA3F19E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46" y="2978617"/>
            <a:ext cx="5815860" cy="3693318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65129A-FA73-3CE4-8BA0-36C835E86175}"/>
              </a:ext>
            </a:extLst>
          </p:cNvPr>
          <p:cNvSpPr txBox="1"/>
          <p:nvPr/>
        </p:nvSpPr>
        <p:spPr>
          <a:xfrm>
            <a:off x="6606600" y="2978617"/>
            <a:ext cx="4700738" cy="923330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Output:</a:t>
            </a:r>
          </a:p>
          <a:p>
            <a:r>
              <a:rPr lang="en-US" dirty="0"/>
              <a:t>sum(10, 20, 30, 40, 50): 150</a:t>
            </a:r>
          </a:p>
          <a:p>
            <a:r>
              <a:rPr lang="en-US" dirty="0"/>
              <a:t>ABCD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7D6800C-1A19-FD46-BAD5-A14ED50DC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600" y="4237464"/>
            <a:ext cx="2190750" cy="457200"/>
          </a:xfrm>
          <a:prstGeom prst="rect">
            <a:avLst/>
          </a:prstGeom>
        </p:spPr>
      </p:pic>
      <p:sp>
        <p:nvSpPr>
          <p:cNvPr id="18" name="Left Brace 17">
            <a:extLst>
              <a:ext uri="{FF2B5EF4-FFF2-40B4-BE49-F238E27FC236}">
                <a16:creationId xmlns:a16="http://schemas.microsoft.com/office/drawing/2014/main" id="{8978BA1F-2BBA-2D3D-067D-C74EC2DBB791}"/>
              </a:ext>
            </a:extLst>
          </p:cNvPr>
          <p:cNvSpPr/>
          <p:nvPr/>
        </p:nvSpPr>
        <p:spPr>
          <a:xfrm>
            <a:off x="8797350" y="4161526"/>
            <a:ext cx="423747" cy="69694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D46AC-93F9-63F6-9AAD-7EE793C7BB94}"/>
              </a:ext>
            </a:extLst>
          </p:cNvPr>
          <p:cNvSpPr txBox="1"/>
          <p:nvPr/>
        </p:nvSpPr>
        <p:spPr>
          <a:xfrm>
            <a:off x="9072413" y="4325332"/>
            <a:ext cx="279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545454"/>
                </a:solidFill>
                <a:effectLst/>
                <a:latin typeface="Roboto" panose="02000000000000000000" pitchFamily="2" charset="0"/>
              </a:rPr>
              <a:t>template parameter pack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9FFAB1C-7002-5334-1BDA-115148B31149}"/>
              </a:ext>
            </a:extLst>
          </p:cNvPr>
          <p:cNvSpPr/>
          <p:nvPr/>
        </p:nvSpPr>
        <p:spPr>
          <a:xfrm>
            <a:off x="2029522" y="4237464"/>
            <a:ext cx="1215483" cy="211873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0C5ABE-FD54-C055-AFD7-F9C6FA662144}"/>
              </a:ext>
            </a:extLst>
          </p:cNvPr>
          <p:cNvCxnSpPr>
            <a:stCxn id="20" idx="3"/>
            <a:endCxn id="16" idx="1"/>
          </p:cNvCxnSpPr>
          <p:nvPr/>
        </p:nvCxnSpPr>
        <p:spPr>
          <a:xfrm>
            <a:off x="3245005" y="4343401"/>
            <a:ext cx="3361595" cy="122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9922662-C81B-C57A-C353-F1ADFDAC6E64}"/>
              </a:ext>
            </a:extLst>
          </p:cNvPr>
          <p:cNvSpPr/>
          <p:nvPr/>
        </p:nvSpPr>
        <p:spPr>
          <a:xfrm>
            <a:off x="1761893" y="4466064"/>
            <a:ext cx="869795" cy="211873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244AA6-DB11-99BF-9CDE-95B5682DD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700" y="5114466"/>
            <a:ext cx="2152650" cy="381000"/>
          </a:xfrm>
          <a:prstGeom prst="rect">
            <a:avLst/>
          </a:prstGeom>
        </p:spPr>
      </p:pic>
      <p:sp>
        <p:nvSpPr>
          <p:cNvPr id="28" name="Left Brace 27">
            <a:extLst>
              <a:ext uri="{FF2B5EF4-FFF2-40B4-BE49-F238E27FC236}">
                <a16:creationId xmlns:a16="http://schemas.microsoft.com/office/drawing/2014/main" id="{BEE1AB87-D454-0D06-828C-EB3F683BE476}"/>
              </a:ext>
            </a:extLst>
          </p:cNvPr>
          <p:cNvSpPr/>
          <p:nvPr/>
        </p:nvSpPr>
        <p:spPr>
          <a:xfrm>
            <a:off x="8797350" y="4950765"/>
            <a:ext cx="423747" cy="69694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27535A-9411-1A13-2296-DCA4F2A17A9E}"/>
              </a:ext>
            </a:extLst>
          </p:cNvPr>
          <p:cNvSpPr txBox="1"/>
          <p:nvPr/>
        </p:nvSpPr>
        <p:spPr>
          <a:xfrm>
            <a:off x="9085506" y="5229519"/>
            <a:ext cx="2767777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545454"/>
                </a:solidFill>
                <a:effectLst/>
                <a:latin typeface="Roboto" panose="02000000000000000000" pitchFamily="2" charset="0"/>
              </a:rPr>
              <a:t>function parameter pack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960A762-BEE1-4172-9FAD-D52BA7373A6C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>
            <a:off x="2631688" y="4572001"/>
            <a:ext cx="4013012" cy="732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9F5FD4BF-4612-D497-1F80-3F744DC60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955" y="5793662"/>
            <a:ext cx="2166140" cy="400997"/>
          </a:xfrm>
          <a:prstGeom prst="rect">
            <a:avLst/>
          </a:prstGeom>
        </p:spPr>
      </p:pic>
      <p:sp>
        <p:nvSpPr>
          <p:cNvPr id="36" name="Left Brace 35">
            <a:extLst>
              <a:ext uri="{FF2B5EF4-FFF2-40B4-BE49-F238E27FC236}">
                <a16:creationId xmlns:a16="http://schemas.microsoft.com/office/drawing/2014/main" id="{FBA631A0-8BA2-31AC-34D1-9F9D0CB4D595}"/>
              </a:ext>
            </a:extLst>
          </p:cNvPr>
          <p:cNvSpPr/>
          <p:nvPr/>
        </p:nvSpPr>
        <p:spPr>
          <a:xfrm>
            <a:off x="8797350" y="5681849"/>
            <a:ext cx="423747" cy="69694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FF1593-E84F-C7FB-38EC-7BA77B869B63}"/>
              </a:ext>
            </a:extLst>
          </p:cNvPr>
          <p:cNvSpPr txBox="1"/>
          <p:nvPr/>
        </p:nvSpPr>
        <p:spPr>
          <a:xfrm>
            <a:off x="9144930" y="5881448"/>
            <a:ext cx="2417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545454"/>
                </a:solidFill>
                <a:effectLst/>
                <a:latin typeface="Roboto" panose="02000000000000000000" pitchFamily="2" charset="0"/>
              </a:rPr>
              <a:t>pack expansion</a:t>
            </a:r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249E9BC-49AE-0FC9-5740-9738813D8656}"/>
              </a:ext>
            </a:extLst>
          </p:cNvPr>
          <p:cNvSpPr/>
          <p:nvPr/>
        </p:nvSpPr>
        <p:spPr>
          <a:xfrm>
            <a:off x="2319454" y="4719339"/>
            <a:ext cx="446047" cy="139131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55EB6A0-AE95-6C09-A5DC-6071144B5213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765501" y="4858470"/>
            <a:ext cx="3872454" cy="1135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39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8572"/>
            <a:ext cx="3791416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Variadic Templates continued ….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E0A04-42DD-D48F-341D-B52A0299DDCE}"/>
              </a:ext>
            </a:extLst>
          </p:cNvPr>
          <p:cNvSpPr txBox="1"/>
          <p:nvPr/>
        </p:nvSpPr>
        <p:spPr>
          <a:xfrm>
            <a:off x="361654" y="583168"/>
            <a:ext cx="1052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When compiler sees an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ellipsis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in the template it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automatically expands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the expression that uses it into a comma-separated list according to the context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66F1EA-8107-FCE4-FDD1-F319C7A44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5" y="1267172"/>
            <a:ext cx="10058400" cy="21618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C823C1-1210-2965-A3F5-51CD2383629A}"/>
              </a:ext>
            </a:extLst>
          </p:cNvPr>
          <p:cNvSpPr txBox="1"/>
          <p:nvPr/>
        </p:nvSpPr>
        <p:spPr>
          <a:xfrm>
            <a:off x="591014" y="3466673"/>
            <a:ext cx="100583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All happens at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compile time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(no runtime cost and allows optimizations)!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All types are preserved </a:t>
            </a:r>
            <a:r>
              <a:rPr lang="en-US" b="0" i="0" dirty="0">
                <a:solidFill>
                  <a:srgbClr val="545454"/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US" b="1" i="0" dirty="0">
                <a:solidFill>
                  <a:srgbClr val="545454"/>
                </a:solidFill>
                <a:effectLst/>
                <a:latin typeface="Roboto" panose="02000000000000000000" pitchFamily="2" charset="0"/>
              </a:rPr>
              <a:t>ensuring type safety</a:t>
            </a:r>
            <a:r>
              <a:rPr lang="en-US" b="0" i="0" dirty="0">
                <a:solidFill>
                  <a:srgbClr val="545454"/>
                </a:solidFill>
                <a:effectLst/>
                <a:latin typeface="Roboto" panose="02000000000000000000" pitchFamily="2" charset="0"/>
              </a:rPr>
              <a:t>)!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That makes variadic templates superior to </a:t>
            </a:r>
            <a:r>
              <a:rPr lang="en-US" b="1" i="0" u="sng" dirty="0" err="1">
                <a:solidFill>
                  <a:srgbClr val="1F2328"/>
                </a:solidFill>
                <a:effectLst/>
                <a:latin typeface="-apple-system"/>
              </a:rPr>
              <a:t>va_arg</a:t>
            </a:r>
            <a:r>
              <a:rPr lang="en-US" b="1" i="0" u="sng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in almost every aspect.</a:t>
            </a: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1720042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8572"/>
            <a:ext cx="2129883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Trailing return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E0A04-42DD-D48F-341D-B52A0299DDCE}"/>
              </a:ext>
            </a:extLst>
          </p:cNvPr>
          <p:cNvSpPr txBox="1"/>
          <p:nvPr/>
        </p:nvSpPr>
        <p:spPr>
          <a:xfrm>
            <a:off x="361654" y="583168"/>
            <a:ext cx="9551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C++11 introduces automatic return type for functions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We can specify the return type of a function after the parameter list using 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auto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keyword and</a:t>
            </a:r>
          </a:p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     the </a:t>
            </a:r>
            <a:r>
              <a:rPr lang="en-US" b="1" u="sng" dirty="0">
                <a:solidFill>
                  <a:srgbClr val="1F2328"/>
                </a:solidFill>
                <a:latin typeface="-apple-system"/>
              </a:rPr>
              <a:t>trailing -&gt; arrow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The syntax of this trailing return type 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9FCEA-24CB-F1D0-ED13-8016BE9F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70" y="1900817"/>
            <a:ext cx="4710578" cy="1293309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D366E7-FD78-8B5B-E430-022C86F20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70" y="3663875"/>
            <a:ext cx="6583981" cy="2670717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490605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8572"/>
            <a:ext cx="2129883" cy="50692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Right Angle Bracket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E0A04-42DD-D48F-341D-B52A0299DDCE}"/>
              </a:ext>
            </a:extLst>
          </p:cNvPr>
          <p:cNvSpPr txBox="1"/>
          <p:nvPr/>
        </p:nvSpPr>
        <p:spPr>
          <a:xfrm>
            <a:off x="361654" y="583168"/>
            <a:ext cx="95517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Before C++11,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i.e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in C++03 – to declare nested vector that is vector of vector there should be space between &gt; &gt; operator</a:t>
            </a:r>
          </a:p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     std::vector&lt;std::vector&gt; &gt;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myVect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= OK; //C++03</a:t>
            </a:r>
          </a:p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    </a:t>
            </a:r>
          </a:p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     However, if no space between &gt;  &gt; operator than it will throw the error because it is automatically treated as a “Extraction Operation(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cin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) or Right shift operator”</a:t>
            </a:r>
          </a:p>
          <a:p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This limitation is removed in C++11 and &gt;&gt; can be used to declare nested vectors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1F2328"/>
              </a:solidFill>
              <a:latin typeface="-apple-syste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D7BA3-FF3F-7989-C637-8751F2EE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10" y="2966224"/>
            <a:ext cx="4788752" cy="2221567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4144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6249</TotalTime>
  <Words>4498</Words>
  <Application>Microsoft Office PowerPoint</Application>
  <PresentationFormat>Widescreen</PresentationFormat>
  <Paragraphs>583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-apple-system</vt:lpstr>
      <vt:lpstr>Arial</vt:lpstr>
      <vt:lpstr>Calibri</vt:lpstr>
      <vt:lpstr>Calibri Light</vt:lpstr>
      <vt:lpstr>Courier New</vt:lpstr>
      <vt:lpstr>IBM Plex Sans</vt:lpstr>
      <vt:lpstr>Nunito</vt:lpstr>
      <vt:lpstr>Roboto</vt:lpstr>
      <vt:lpstr>ui-monospace</vt:lpstr>
      <vt:lpstr>urw-din</vt:lpstr>
      <vt:lpstr>Wingdings</vt:lpstr>
      <vt:lpstr>Office Theme</vt:lpstr>
      <vt:lpstr>C++ Versions</vt:lpstr>
      <vt:lpstr>C++ 11 Features</vt:lpstr>
      <vt:lpstr>C++ 11 Libraries</vt:lpstr>
      <vt:lpstr>Feature: Lambda Expression</vt:lpstr>
      <vt:lpstr>Use case descriptions</vt:lpstr>
      <vt:lpstr>Lambda Expression continued…</vt:lpstr>
      <vt:lpstr>Lambda Expression continued…</vt:lpstr>
      <vt:lpstr>Lambda Expression continued…</vt:lpstr>
      <vt:lpstr>Lambda Expression continued…</vt:lpstr>
      <vt:lpstr>Lambda Expression continued…</vt:lpstr>
      <vt:lpstr>Lambda Expression continued…</vt:lpstr>
      <vt:lpstr>Lambda Expression continued…</vt:lpstr>
      <vt:lpstr>Feature: auto </vt:lpstr>
      <vt:lpstr>Feature: nullptr</vt:lpstr>
      <vt:lpstr>Feature: Range Based For Loop</vt:lpstr>
      <vt:lpstr>Feature: Uniform Initialization List</vt:lpstr>
      <vt:lpstr>Feature: Non-Static data members initializers</vt:lpstr>
      <vt:lpstr>Feature: New Data Types</vt:lpstr>
      <vt:lpstr>Feature: final Keyword</vt:lpstr>
      <vt:lpstr>override</vt:lpstr>
      <vt:lpstr>Feature: decltype</vt:lpstr>
      <vt:lpstr>Feature: default Keyword</vt:lpstr>
      <vt:lpstr>   Feature: delete Keyword</vt:lpstr>
      <vt:lpstr>Feature: Strongly typed Enums</vt:lpstr>
      <vt:lpstr>Move Semantics</vt:lpstr>
      <vt:lpstr>Move Semantics continued---&gt; rValue References </vt:lpstr>
      <vt:lpstr>PowerPoint Presentation</vt:lpstr>
      <vt:lpstr>Move Semantics continued …</vt:lpstr>
      <vt:lpstr>Move Semantics continued …</vt:lpstr>
      <vt:lpstr>Move Semantics continued …</vt:lpstr>
      <vt:lpstr>Feature: Delegating Constructor</vt:lpstr>
      <vt:lpstr>Feature: User defined Literals</vt:lpstr>
      <vt:lpstr>User Defined Literals continued …</vt:lpstr>
      <vt:lpstr>Variadic Function Template</vt:lpstr>
      <vt:lpstr>type alias</vt:lpstr>
      <vt:lpstr>attributes</vt:lpstr>
      <vt:lpstr>Feature: constexpr</vt:lpstr>
      <vt:lpstr>constexpr continued …</vt:lpstr>
      <vt:lpstr>Feature: Inline namespace</vt:lpstr>
      <vt:lpstr>Tuples &amp; tie</vt:lpstr>
      <vt:lpstr>Tuples  continued …</vt:lpstr>
      <vt:lpstr>Tuples  continued …</vt:lpstr>
      <vt:lpstr>Tuples  continued …</vt:lpstr>
      <vt:lpstr>tuple  continued …</vt:lpstr>
      <vt:lpstr>tuple continued ….</vt:lpstr>
      <vt:lpstr>tie</vt:lpstr>
      <vt:lpstr>tie continued ….</vt:lpstr>
      <vt:lpstr>Variadic Templates</vt:lpstr>
      <vt:lpstr>Variadic Templates continued ….</vt:lpstr>
      <vt:lpstr>Trailing return type</vt:lpstr>
      <vt:lpstr>Right Angle Bracket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Expression</dc:title>
  <dc:creator>Gorlekoppa, Shidlingayya</dc:creator>
  <cp:lastModifiedBy>Gorlekoppa, Shidlingayya</cp:lastModifiedBy>
  <cp:revision>486</cp:revision>
  <dcterms:created xsi:type="dcterms:W3CDTF">2019-02-04T06:21:10Z</dcterms:created>
  <dcterms:modified xsi:type="dcterms:W3CDTF">2025-12-10T05:09:02Z</dcterms:modified>
</cp:coreProperties>
</file>