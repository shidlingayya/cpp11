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9" r:id="rId5"/>
    <p:sldId id="294" r:id="rId6"/>
    <p:sldId id="295" r:id="rId7"/>
    <p:sldId id="288" r:id="rId8"/>
    <p:sldId id="260" r:id="rId9"/>
    <p:sldId id="289" r:id="rId10"/>
    <p:sldId id="290" r:id="rId11"/>
    <p:sldId id="261" r:id="rId12"/>
    <p:sldId id="262" r:id="rId13"/>
    <p:sldId id="296" r:id="rId14"/>
    <p:sldId id="264" r:id="rId15"/>
    <p:sldId id="265" r:id="rId16"/>
    <p:sldId id="266" r:id="rId17"/>
    <p:sldId id="267" r:id="rId18"/>
    <p:sldId id="268" r:id="rId19"/>
    <p:sldId id="286" r:id="rId20"/>
    <p:sldId id="269" r:id="rId21"/>
    <p:sldId id="287" r:id="rId22"/>
    <p:sldId id="297" r:id="rId23"/>
    <p:sldId id="284" r:id="rId24"/>
    <p:sldId id="285" r:id="rId25"/>
    <p:sldId id="291" r:id="rId26"/>
    <p:sldId id="292" r:id="rId27"/>
    <p:sldId id="272" r:id="rId28"/>
    <p:sldId id="282" r:id="rId29"/>
    <p:sldId id="283" r:id="rId30"/>
    <p:sldId id="298" r:id="rId31"/>
    <p:sldId id="270" r:id="rId32"/>
    <p:sldId id="293" r:id="rId33"/>
    <p:sldId id="271" r:id="rId34"/>
    <p:sldId id="274" r:id="rId35"/>
    <p:sldId id="275" r:id="rId36"/>
    <p:sldId id="281" r:id="rId37"/>
    <p:sldId id="258" r:id="rId38"/>
    <p:sldId id="276" r:id="rId39"/>
    <p:sldId id="277" r:id="rId40"/>
    <p:sldId id="280" r:id="rId41"/>
    <p:sldId id="27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74CBBA-707B-445A-B168-D77870497694}" v="1" dt="2022-07-19T12:21:45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lekoppa, Shidlingayya" userId="87b2455b-f068-46d1-82f6-ecda64ed59a5" providerId="ADAL" clId="{B874CBBA-707B-445A-B168-D77870497694}"/>
    <pc:docChg chg="modSld">
      <pc:chgData name="Gorlekoppa, Shidlingayya" userId="87b2455b-f068-46d1-82f6-ecda64ed59a5" providerId="ADAL" clId="{B874CBBA-707B-445A-B168-D77870497694}" dt="2022-07-19T12:21:30.064" v="1" actId="115"/>
      <pc:docMkLst>
        <pc:docMk/>
      </pc:docMkLst>
      <pc:sldChg chg="modSp mod">
        <pc:chgData name="Gorlekoppa, Shidlingayya" userId="87b2455b-f068-46d1-82f6-ecda64ed59a5" providerId="ADAL" clId="{B874CBBA-707B-445A-B168-D77870497694}" dt="2022-07-19T12:21:30.064" v="1" actId="115"/>
        <pc:sldMkLst>
          <pc:docMk/>
          <pc:sldMk cId="442406761" sldId="276"/>
        </pc:sldMkLst>
        <pc:spChg chg="mod">
          <ac:chgData name="Gorlekoppa, Shidlingayya" userId="87b2455b-f068-46d1-82f6-ecda64ed59a5" providerId="ADAL" clId="{B874CBBA-707B-445A-B168-D77870497694}" dt="2022-07-19T12:21:30.064" v="1" actId="115"/>
          <ac:spMkLst>
            <pc:docMk/>
            <pc:sldMk cId="442406761" sldId="276"/>
            <ac:spMk id="4" creationId="{00000000-0000-0000-0000-000000000000}"/>
          </ac:spMkLst>
        </pc:spChg>
      </pc:sldChg>
    </pc:docChg>
  </pc:docChgLst>
  <pc:docChgLst>
    <pc:chgData name="Gorlekoppa, Shidlingayya" userId="87b2455b-f068-46d1-82f6-ecda64ed59a5" providerId="ADAL" clId="{1E6DB927-BE34-4772-A1E7-340B54E7D365}"/>
    <pc:docChg chg="undo custSel addSld modSld">
      <pc:chgData name="Gorlekoppa, Shidlingayya" userId="87b2455b-f068-46d1-82f6-ecda64ed59a5" providerId="ADAL" clId="{1E6DB927-BE34-4772-A1E7-340B54E7D365}" dt="2022-05-13T11:53:44.715" v="148" actId="115"/>
      <pc:docMkLst>
        <pc:docMk/>
      </pc:docMkLst>
      <pc:sldChg chg="modSp mod">
        <pc:chgData name="Gorlekoppa, Shidlingayya" userId="87b2455b-f068-46d1-82f6-ecda64ed59a5" providerId="ADAL" clId="{1E6DB927-BE34-4772-A1E7-340B54E7D365}" dt="2022-05-13T11:44:25.758" v="120" actId="115"/>
        <pc:sldMkLst>
          <pc:docMk/>
          <pc:sldMk cId="3835813386" sldId="256"/>
        </pc:sldMkLst>
        <pc:spChg chg="mod">
          <ac:chgData name="Gorlekoppa, Shidlingayya" userId="87b2455b-f068-46d1-82f6-ecda64ed59a5" providerId="ADAL" clId="{1E6DB927-BE34-4772-A1E7-340B54E7D365}" dt="2022-05-13T11:44:25.758" v="120" actId="115"/>
          <ac:spMkLst>
            <pc:docMk/>
            <pc:sldMk cId="3835813386" sldId="256"/>
            <ac:spMk id="4" creationId="{00000000-0000-0000-0000-000000000000}"/>
          </ac:spMkLst>
        </pc:spChg>
      </pc:sldChg>
      <pc:sldChg chg="modSp mod">
        <pc:chgData name="Gorlekoppa, Shidlingayya" userId="87b2455b-f068-46d1-82f6-ecda64ed59a5" providerId="ADAL" clId="{1E6DB927-BE34-4772-A1E7-340B54E7D365}" dt="2022-05-13T11:44:49.885" v="124" actId="115"/>
        <pc:sldMkLst>
          <pc:docMk/>
          <pc:sldMk cId="2521157864" sldId="258"/>
        </pc:sldMkLst>
        <pc:spChg chg="mod">
          <ac:chgData name="Gorlekoppa, Shidlingayya" userId="87b2455b-f068-46d1-82f6-ecda64ed59a5" providerId="ADAL" clId="{1E6DB927-BE34-4772-A1E7-340B54E7D365}" dt="2022-05-13T11:44:49.885" v="124" actId="115"/>
          <ac:spMkLst>
            <pc:docMk/>
            <pc:sldMk cId="2521157864" sldId="258"/>
            <ac:spMk id="4" creationId="{00000000-0000-0000-0000-000000000000}"/>
          </ac:spMkLst>
        </pc:spChg>
      </pc:sldChg>
      <pc:sldChg chg="modSp mod">
        <pc:chgData name="Gorlekoppa, Shidlingayya" userId="87b2455b-f068-46d1-82f6-ecda64ed59a5" providerId="ADAL" clId="{1E6DB927-BE34-4772-A1E7-340B54E7D365}" dt="2022-05-13T11:49:56.202" v="127" actId="115"/>
        <pc:sldMkLst>
          <pc:docMk/>
          <pc:sldMk cId="3937907067" sldId="261"/>
        </pc:sldMkLst>
        <pc:spChg chg="mod">
          <ac:chgData name="Gorlekoppa, Shidlingayya" userId="87b2455b-f068-46d1-82f6-ecda64ed59a5" providerId="ADAL" clId="{1E6DB927-BE34-4772-A1E7-340B54E7D365}" dt="2022-05-13T11:49:38.418" v="126" actId="115"/>
          <ac:spMkLst>
            <pc:docMk/>
            <pc:sldMk cId="3937907067" sldId="261"/>
            <ac:spMk id="5" creationId="{BD7FE460-D949-40B4-B0B2-74A80DB9E014}"/>
          </ac:spMkLst>
        </pc:spChg>
        <pc:spChg chg="mod">
          <ac:chgData name="Gorlekoppa, Shidlingayya" userId="87b2455b-f068-46d1-82f6-ecda64ed59a5" providerId="ADAL" clId="{1E6DB927-BE34-4772-A1E7-340B54E7D365}" dt="2022-05-13T11:49:56.202" v="127" actId="115"/>
          <ac:spMkLst>
            <pc:docMk/>
            <pc:sldMk cId="3937907067" sldId="261"/>
            <ac:spMk id="6" creationId="{334A176C-AD97-4A55-B5F7-58225CC740D4}"/>
          </ac:spMkLst>
        </pc:spChg>
      </pc:sldChg>
      <pc:sldChg chg="modSp mod">
        <pc:chgData name="Gorlekoppa, Shidlingayya" userId="87b2455b-f068-46d1-82f6-ecda64ed59a5" providerId="ADAL" clId="{1E6DB927-BE34-4772-A1E7-340B54E7D365}" dt="2022-05-13T11:51:06.662" v="144" actId="20577"/>
        <pc:sldMkLst>
          <pc:docMk/>
          <pc:sldMk cId="1057366189" sldId="262"/>
        </pc:sldMkLst>
        <pc:spChg chg="mod">
          <ac:chgData name="Gorlekoppa, Shidlingayya" userId="87b2455b-f068-46d1-82f6-ecda64ed59a5" providerId="ADAL" clId="{1E6DB927-BE34-4772-A1E7-340B54E7D365}" dt="2022-04-25T01:32:53.329" v="10" actId="115"/>
          <ac:spMkLst>
            <pc:docMk/>
            <pc:sldMk cId="1057366189" sldId="262"/>
            <ac:spMk id="5" creationId="{BD7FE460-D949-40B4-B0B2-74A80DB9E014}"/>
          </ac:spMkLst>
        </pc:spChg>
        <pc:spChg chg="mod">
          <ac:chgData name="Gorlekoppa, Shidlingayya" userId="87b2455b-f068-46d1-82f6-ecda64ed59a5" providerId="ADAL" clId="{1E6DB927-BE34-4772-A1E7-340B54E7D365}" dt="2022-05-13T11:51:06.662" v="144" actId="20577"/>
          <ac:spMkLst>
            <pc:docMk/>
            <pc:sldMk cId="1057366189" sldId="262"/>
            <ac:spMk id="7" creationId="{69488D63-EEF6-4930-A2B5-9A92BC021D79}"/>
          </ac:spMkLst>
        </pc:spChg>
      </pc:sldChg>
      <pc:sldChg chg="modSp mod">
        <pc:chgData name="Gorlekoppa, Shidlingayya" userId="87b2455b-f068-46d1-82f6-ecda64ed59a5" providerId="ADAL" clId="{1E6DB927-BE34-4772-A1E7-340B54E7D365}" dt="2022-04-21T04:49:45.624" v="8" actId="6549"/>
        <pc:sldMkLst>
          <pc:docMk/>
          <pc:sldMk cId="2530763854" sldId="264"/>
        </pc:sldMkLst>
        <pc:spChg chg="mod">
          <ac:chgData name="Gorlekoppa, Shidlingayya" userId="87b2455b-f068-46d1-82f6-ecda64ed59a5" providerId="ADAL" clId="{1E6DB927-BE34-4772-A1E7-340B54E7D365}" dt="2022-04-21T04:49:45.624" v="8" actId="6549"/>
          <ac:spMkLst>
            <pc:docMk/>
            <pc:sldMk cId="2530763854" sldId="264"/>
            <ac:spMk id="8" creationId="{13D2527E-5646-4971-A807-D0630EB513E4}"/>
          </ac:spMkLst>
        </pc:spChg>
      </pc:sldChg>
      <pc:sldChg chg="modSp mod">
        <pc:chgData name="Gorlekoppa, Shidlingayya" userId="87b2455b-f068-46d1-82f6-ecda64ed59a5" providerId="ADAL" clId="{1E6DB927-BE34-4772-A1E7-340B54E7D365}" dt="2022-05-13T11:53:12.423" v="146" actId="115"/>
        <pc:sldMkLst>
          <pc:docMk/>
          <pc:sldMk cId="2123808800" sldId="268"/>
        </pc:sldMkLst>
        <pc:spChg chg="mod">
          <ac:chgData name="Gorlekoppa, Shidlingayya" userId="87b2455b-f068-46d1-82f6-ecda64ed59a5" providerId="ADAL" clId="{1E6DB927-BE34-4772-A1E7-340B54E7D365}" dt="2022-05-13T11:53:12.423" v="146" actId="115"/>
          <ac:spMkLst>
            <pc:docMk/>
            <pc:sldMk cId="2123808800" sldId="268"/>
            <ac:spMk id="5" creationId="{BD7FE460-D949-40B4-B0B2-74A80DB9E014}"/>
          </ac:spMkLst>
        </pc:spChg>
      </pc:sldChg>
      <pc:sldChg chg="modSp mod">
        <pc:chgData name="Gorlekoppa, Shidlingayya" userId="87b2455b-f068-46d1-82f6-ecda64ed59a5" providerId="ADAL" clId="{1E6DB927-BE34-4772-A1E7-340B54E7D365}" dt="2022-05-13T11:53:44.715" v="148" actId="115"/>
        <pc:sldMkLst>
          <pc:docMk/>
          <pc:sldMk cId="1650800962" sldId="269"/>
        </pc:sldMkLst>
        <pc:spChg chg="mod">
          <ac:chgData name="Gorlekoppa, Shidlingayya" userId="87b2455b-f068-46d1-82f6-ecda64ed59a5" providerId="ADAL" clId="{1E6DB927-BE34-4772-A1E7-340B54E7D365}" dt="2022-05-13T11:53:44.715" v="148" actId="115"/>
          <ac:spMkLst>
            <pc:docMk/>
            <pc:sldMk cId="1650800962" sldId="269"/>
            <ac:spMk id="5" creationId="{BD7FE460-D949-40B4-B0B2-74A80DB9E014}"/>
          </ac:spMkLst>
        </pc:spChg>
      </pc:sldChg>
      <pc:sldChg chg="addSp delSp modSp add mod">
        <pc:chgData name="Gorlekoppa, Shidlingayya" userId="87b2455b-f068-46d1-82f6-ecda64ed59a5" providerId="ADAL" clId="{1E6DB927-BE34-4772-A1E7-340B54E7D365}" dt="2022-05-04T02:09:54.980" v="84" actId="1076"/>
        <pc:sldMkLst>
          <pc:docMk/>
          <pc:sldMk cId="1688101941" sldId="271"/>
        </pc:sldMkLst>
        <pc:spChg chg="mod">
          <ac:chgData name="Gorlekoppa, Shidlingayya" userId="87b2455b-f068-46d1-82f6-ecda64ed59a5" providerId="ADAL" clId="{1E6DB927-BE34-4772-A1E7-340B54E7D365}" dt="2022-05-04T02:03:48.095" v="62" actId="115"/>
          <ac:spMkLst>
            <pc:docMk/>
            <pc:sldMk cId="1688101941" sldId="271"/>
            <ac:spMk id="5" creationId="{BD7FE460-D949-40B4-B0B2-74A80DB9E014}"/>
          </ac:spMkLst>
        </pc:spChg>
        <pc:spChg chg="mod">
          <ac:chgData name="Gorlekoppa, Shidlingayya" userId="87b2455b-f068-46d1-82f6-ecda64ed59a5" providerId="ADAL" clId="{1E6DB927-BE34-4772-A1E7-340B54E7D365}" dt="2022-04-25T01:41:59.518" v="37" actId="14100"/>
          <ac:spMkLst>
            <pc:docMk/>
            <pc:sldMk cId="1688101941" sldId="271"/>
            <ac:spMk id="9" creationId="{66D7B1FC-D891-43C2-921A-2FF7F550ED12}"/>
          </ac:spMkLst>
        </pc:spChg>
        <pc:spChg chg="del mod">
          <ac:chgData name="Gorlekoppa, Shidlingayya" userId="87b2455b-f068-46d1-82f6-ecda64ed59a5" providerId="ADAL" clId="{1E6DB927-BE34-4772-A1E7-340B54E7D365}" dt="2022-04-25T01:41:33.866" v="14" actId="478"/>
          <ac:spMkLst>
            <pc:docMk/>
            <pc:sldMk cId="1688101941" sldId="271"/>
            <ac:spMk id="12" creationId="{53FE7AD1-D5E6-4685-A727-EFF75F6C10DC}"/>
          </ac:spMkLst>
        </pc:spChg>
        <pc:picChg chg="add mod">
          <ac:chgData name="Gorlekoppa, Shidlingayya" userId="87b2455b-f068-46d1-82f6-ecda64ed59a5" providerId="ADAL" clId="{1E6DB927-BE34-4772-A1E7-340B54E7D365}" dt="2022-05-04T02:09:54.980" v="84" actId="1076"/>
          <ac:picMkLst>
            <pc:docMk/>
            <pc:sldMk cId="1688101941" sldId="271"/>
            <ac:picMk id="3" creationId="{9BBA40CA-4835-4905-9453-9073822BA6F1}"/>
          </ac:picMkLst>
        </pc:picChg>
        <pc:picChg chg="add mod">
          <ac:chgData name="Gorlekoppa, Shidlingayya" userId="87b2455b-f068-46d1-82f6-ecda64ed59a5" providerId="ADAL" clId="{1E6DB927-BE34-4772-A1E7-340B54E7D365}" dt="2022-05-04T02:09:53.454" v="83" actId="14100"/>
          <ac:picMkLst>
            <pc:docMk/>
            <pc:sldMk cId="1688101941" sldId="271"/>
            <ac:picMk id="6" creationId="{5D3570AB-6678-43C1-971D-22ECE550AE33}"/>
          </ac:picMkLst>
        </pc:picChg>
        <pc:picChg chg="del">
          <ac:chgData name="Gorlekoppa, Shidlingayya" userId="87b2455b-f068-46d1-82f6-ecda64ed59a5" providerId="ADAL" clId="{1E6DB927-BE34-4772-A1E7-340B54E7D365}" dt="2022-04-25T01:41:29.338" v="12" actId="478"/>
          <ac:picMkLst>
            <pc:docMk/>
            <pc:sldMk cId="1688101941" sldId="271"/>
            <ac:picMk id="11" creationId="{88611B67-2323-4FF8-8346-66CBEA3240A9}"/>
          </ac:picMkLst>
        </pc:picChg>
      </pc:sldChg>
      <pc:sldChg chg="delSp modSp add mod">
        <pc:chgData name="Gorlekoppa, Shidlingayya" userId="87b2455b-f068-46d1-82f6-ecda64ed59a5" providerId="ADAL" clId="{1E6DB927-BE34-4772-A1E7-340B54E7D365}" dt="2022-05-04T02:11:49.271" v="107" actId="115"/>
        <pc:sldMkLst>
          <pc:docMk/>
          <pc:sldMk cId="1951654214" sldId="272"/>
        </pc:sldMkLst>
        <pc:spChg chg="mod">
          <ac:chgData name="Gorlekoppa, Shidlingayya" userId="87b2455b-f068-46d1-82f6-ecda64ed59a5" providerId="ADAL" clId="{1E6DB927-BE34-4772-A1E7-340B54E7D365}" dt="2022-05-04T02:11:49.271" v="107" actId="115"/>
          <ac:spMkLst>
            <pc:docMk/>
            <pc:sldMk cId="1951654214" sldId="272"/>
            <ac:spMk id="5" creationId="{BD7FE460-D949-40B4-B0B2-74A80DB9E014}"/>
          </ac:spMkLst>
        </pc:spChg>
        <pc:spChg chg="mod">
          <ac:chgData name="Gorlekoppa, Shidlingayya" userId="87b2455b-f068-46d1-82f6-ecda64ed59a5" providerId="ADAL" clId="{1E6DB927-BE34-4772-A1E7-340B54E7D365}" dt="2022-05-04T02:11:16.144" v="103" actId="5793"/>
          <ac:spMkLst>
            <pc:docMk/>
            <pc:sldMk cId="1951654214" sldId="272"/>
            <ac:spMk id="9" creationId="{66D7B1FC-D891-43C2-921A-2FF7F550ED12}"/>
          </ac:spMkLst>
        </pc:spChg>
        <pc:picChg chg="del">
          <ac:chgData name="Gorlekoppa, Shidlingayya" userId="87b2455b-f068-46d1-82f6-ecda64ed59a5" providerId="ADAL" clId="{1E6DB927-BE34-4772-A1E7-340B54E7D365}" dt="2022-05-04T02:11:07.344" v="87" actId="478"/>
          <ac:picMkLst>
            <pc:docMk/>
            <pc:sldMk cId="1951654214" sldId="272"/>
            <ac:picMk id="3" creationId="{9BBA40CA-4835-4905-9453-9073822BA6F1}"/>
          </ac:picMkLst>
        </pc:picChg>
        <pc:picChg chg="del">
          <ac:chgData name="Gorlekoppa, Shidlingayya" userId="87b2455b-f068-46d1-82f6-ecda64ed59a5" providerId="ADAL" clId="{1E6DB927-BE34-4772-A1E7-340B54E7D365}" dt="2022-05-04T02:11:05.926" v="86" actId="478"/>
          <ac:picMkLst>
            <pc:docMk/>
            <pc:sldMk cId="1951654214" sldId="272"/>
            <ac:picMk id="6" creationId="{5D3570AB-6678-43C1-971D-22ECE550AE33}"/>
          </ac:picMkLst>
        </pc:picChg>
      </pc:sldChg>
    </pc:docChg>
  </pc:docChgLst>
  <pc:docChgLst>
    <pc:chgData name="Shidlingayya Gorlekoppa" userId="87b2455b-f068-46d1-82f6-ecda64ed59a5" providerId="ADAL" clId="{BD9426BB-E4C4-4647-A04A-6D5DDC4ACAB0}"/>
    <pc:docChg chg="undo custSel addSld delSld modSld">
      <pc:chgData name="Shidlingayya Gorlekoppa" userId="87b2455b-f068-46d1-82f6-ecda64ed59a5" providerId="ADAL" clId="{BD9426BB-E4C4-4647-A04A-6D5DDC4ACAB0}" dt="2022-03-22T10:21:00.108" v="2063" actId="115"/>
      <pc:docMkLst>
        <pc:docMk/>
      </pc:docMkLst>
      <pc:sldChg chg="modSp mod">
        <pc:chgData name="Shidlingayya Gorlekoppa" userId="87b2455b-f068-46d1-82f6-ecda64ed59a5" providerId="ADAL" clId="{BD9426BB-E4C4-4647-A04A-6D5DDC4ACAB0}" dt="2022-03-22T08:03:41.518" v="0" actId="1076"/>
        <pc:sldMkLst>
          <pc:docMk/>
          <pc:sldMk cId="3835813386" sldId="256"/>
        </pc:sldMkLst>
        <pc:picChg chg="mod">
          <ac:chgData name="Shidlingayya Gorlekoppa" userId="87b2455b-f068-46d1-82f6-ecda64ed59a5" providerId="ADAL" clId="{BD9426BB-E4C4-4647-A04A-6D5DDC4ACAB0}" dt="2022-03-22T08:03:41.518" v="0" actId="1076"/>
          <ac:picMkLst>
            <pc:docMk/>
            <pc:sldMk cId="3835813386" sldId="256"/>
            <ac:picMk id="7" creationId="{0CC13493-25E8-4017-BDFE-0C26117C7A74}"/>
          </ac:picMkLst>
        </pc:picChg>
      </pc:sldChg>
      <pc:sldChg chg="modSp mod">
        <pc:chgData name="Shidlingayya Gorlekoppa" userId="87b2455b-f068-46d1-82f6-ecda64ed59a5" providerId="ADAL" clId="{BD9426BB-E4C4-4647-A04A-6D5DDC4ACAB0}" dt="2022-03-22T08:19:42.157" v="65" actId="115"/>
        <pc:sldMkLst>
          <pc:docMk/>
          <pc:sldMk cId="2567622862" sldId="257"/>
        </pc:sldMkLst>
        <pc:spChg chg="mod">
          <ac:chgData name="Shidlingayya Gorlekoppa" userId="87b2455b-f068-46d1-82f6-ecda64ed59a5" providerId="ADAL" clId="{BD9426BB-E4C4-4647-A04A-6D5DDC4ACAB0}" dt="2022-03-22T08:19:42.157" v="65" actId="115"/>
          <ac:spMkLst>
            <pc:docMk/>
            <pc:sldMk cId="2567622862" sldId="257"/>
            <ac:spMk id="4" creationId="{00000000-0000-0000-0000-000000000000}"/>
          </ac:spMkLst>
        </pc:spChg>
      </pc:sldChg>
      <pc:sldChg chg="addSp modSp mod">
        <pc:chgData name="Shidlingayya Gorlekoppa" userId="87b2455b-f068-46d1-82f6-ecda64ed59a5" providerId="ADAL" clId="{BD9426BB-E4C4-4647-A04A-6D5DDC4ACAB0}" dt="2022-03-22T09:05:56.408" v="325" actId="113"/>
        <pc:sldMkLst>
          <pc:docMk/>
          <pc:sldMk cId="3937907067" sldId="261"/>
        </pc:sldMkLst>
        <pc:spChg chg="mod">
          <ac:chgData name="Shidlingayya Gorlekoppa" userId="87b2455b-f068-46d1-82f6-ecda64ed59a5" providerId="ADAL" clId="{BD9426BB-E4C4-4647-A04A-6D5DDC4ACAB0}" dt="2022-03-22T09:04:14.826" v="192" actId="14100"/>
          <ac:spMkLst>
            <pc:docMk/>
            <pc:sldMk cId="3937907067" sldId="261"/>
            <ac:spMk id="5" creationId="{BD7FE460-D949-40B4-B0B2-74A80DB9E014}"/>
          </ac:spMkLst>
        </pc:spChg>
        <pc:spChg chg="add mod">
          <ac:chgData name="Shidlingayya Gorlekoppa" userId="87b2455b-f068-46d1-82f6-ecda64ed59a5" providerId="ADAL" clId="{BD9426BB-E4C4-4647-A04A-6D5DDC4ACAB0}" dt="2022-03-22T09:05:56.408" v="325" actId="113"/>
          <ac:spMkLst>
            <pc:docMk/>
            <pc:sldMk cId="3937907067" sldId="261"/>
            <ac:spMk id="6" creationId="{334A176C-AD97-4A55-B5F7-58225CC740D4}"/>
          </ac:spMkLst>
        </pc:spChg>
        <pc:spChg chg="mod">
          <ac:chgData name="Shidlingayya Gorlekoppa" userId="87b2455b-f068-46d1-82f6-ecda64ed59a5" providerId="ADAL" clId="{BD9426BB-E4C4-4647-A04A-6D5DDC4ACAB0}" dt="2022-03-22T08:29:03.727" v="68" actId="14100"/>
          <ac:spMkLst>
            <pc:docMk/>
            <pc:sldMk cId="3937907067" sldId="261"/>
            <ac:spMk id="9" creationId="{66D7B1FC-D891-43C2-921A-2FF7F550ED12}"/>
          </ac:spMkLst>
        </pc:spChg>
        <pc:picChg chg="mod">
          <ac:chgData name="Shidlingayya Gorlekoppa" userId="87b2455b-f068-46d1-82f6-ecda64ed59a5" providerId="ADAL" clId="{BD9426BB-E4C4-4647-A04A-6D5DDC4ACAB0}" dt="2022-03-22T09:04:09.549" v="190" actId="14100"/>
          <ac:picMkLst>
            <pc:docMk/>
            <pc:sldMk cId="3937907067" sldId="261"/>
            <ac:picMk id="8" creationId="{2867A5DB-7DEB-4B79-9298-719A16C5E672}"/>
          </ac:picMkLst>
        </pc:picChg>
      </pc:sldChg>
      <pc:sldChg chg="addSp delSp modSp add mod">
        <pc:chgData name="Shidlingayya Gorlekoppa" userId="87b2455b-f068-46d1-82f6-ecda64ed59a5" providerId="ADAL" clId="{BD9426BB-E4C4-4647-A04A-6D5DDC4ACAB0}" dt="2022-03-22T09:51:16.414" v="1540" actId="1076"/>
        <pc:sldMkLst>
          <pc:docMk/>
          <pc:sldMk cId="1057366189" sldId="262"/>
        </pc:sldMkLst>
        <pc:spChg chg="mod">
          <ac:chgData name="Shidlingayya Gorlekoppa" userId="87b2455b-f068-46d1-82f6-ecda64ed59a5" providerId="ADAL" clId="{BD9426BB-E4C4-4647-A04A-6D5DDC4ACAB0}" dt="2022-03-22T08:55:30.558" v="97" actId="14100"/>
          <ac:spMkLst>
            <pc:docMk/>
            <pc:sldMk cId="1057366189" sldId="262"/>
            <ac:spMk id="5" creationId="{BD7FE460-D949-40B4-B0B2-74A80DB9E014}"/>
          </ac:spMkLst>
        </pc:spChg>
        <pc:spChg chg="add mod">
          <ac:chgData name="Shidlingayya Gorlekoppa" userId="87b2455b-f068-46d1-82f6-ecda64ed59a5" providerId="ADAL" clId="{BD9426BB-E4C4-4647-A04A-6D5DDC4ACAB0}" dt="2022-03-22T09:51:06.777" v="1537" actId="1076"/>
          <ac:spMkLst>
            <pc:docMk/>
            <pc:sldMk cId="1057366189" sldId="262"/>
            <ac:spMk id="7" creationId="{69488D63-EEF6-4930-A2B5-9A92BC021D79}"/>
          </ac:spMkLst>
        </pc:spChg>
        <pc:spChg chg="mod">
          <ac:chgData name="Shidlingayya Gorlekoppa" userId="87b2455b-f068-46d1-82f6-ecda64ed59a5" providerId="ADAL" clId="{BD9426BB-E4C4-4647-A04A-6D5DDC4ACAB0}" dt="2022-03-22T08:54:01.899" v="88" actId="27636"/>
          <ac:spMkLst>
            <pc:docMk/>
            <pc:sldMk cId="1057366189" sldId="262"/>
            <ac:spMk id="9" creationId="{66D7B1FC-D891-43C2-921A-2FF7F550ED12}"/>
          </ac:spMkLst>
        </pc:spChg>
        <pc:spChg chg="add mod">
          <ac:chgData name="Shidlingayya Gorlekoppa" userId="87b2455b-f068-46d1-82f6-ecda64ed59a5" providerId="ADAL" clId="{BD9426BB-E4C4-4647-A04A-6D5DDC4ACAB0}" dt="2022-03-22T09:51:16.414" v="1540" actId="1076"/>
          <ac:spMkLst>
            <pc:docMk/>
            <pc:sldMk cId="1057366189" sldId="262"/>
            <ac:spMk id="10" creationId="{486B8806-3BB9-4E43-A990-0391092D17A0}"/>
          </ac:spMkLst>
        </pc:spChg>
        <pc:picChg chg="add mod">
          <ac:chgData name="Shidlingayya Gorlekoppa" userId="87b2455b-f068-46d1-82f6-ecda64ed59a5" providerId="ADAL" clId="{BD9426BB-E4C4-4647-A04A-6D5DDC4ACAB0}" dt="2022-03-22T09:50:58.349" v="1534" actId="14100"/>
          <ac:picMkLst>
            <pc:docMk/>
            <pc:sldMk cId="1057366189" sldId="262"/>
            <ac:picMk id="3" creationId="{8A12360E-6E3B-45D6-8722-7D7F8B4C79A5}"/>
          </ac:picMkLst>
        </pc:picChg>
        <pc:picChg chg="del mod">
          <ac:chgData name="Shidlingayya Gorlekoppa" userId="87b2455b-f068-46d1-82f6-ecda64ed59a5" providerId="ADAL" clId="{BD9426BB-E4C4-4647-A04A-6D5DDC4ACAB0}" dt="2022-03-22T09:03:36.766" v="187" actId="478"/>
          <ac:picMkLst>
            <pc:docMk/>
            <pc:sldMk cId="1057366189" sldId="262"/>
            <ac:picMk id="8" creationId="{2867A5DB-7DEB-4B79-9298-719A16C5E672}"/>
          </ac:picMkLst>
        </pc:picChg>
      </pc:sldChg>
      <pc:sldChg chg="delSp modSp add del mod">
        <pc:chgData name="Shidlingayya Gorlekoppa" userId="87b2455b-f068-46d1-82f6-ecda64ed59a5" providerId="ADAL" clId="{BD9426BB-E4C4-4647-A04A-6D5DDC4ACAB0}" dt="2022-03-22T09:51:23.728" v="1543" actId="47"/>
        <pc:sldMkLst>
          <pc:docMk/>
          <pc:sldMk cId="2233985182" sldId="263"/>
        </pc:sldMkLst>
        <pc:spChg chg="del mod">
          <ac:chgData name="Shidlingayya Gorlekoppa" userId="87b2455b-f068-46d1-82f6-ecda64ed59a5" providerId="ADAL" clId="{BD9426BB-E4C4-4647-A04A-6D5DDC4ACAB0}" dt="2022-03-22T09:51:01.580" v="1535" actId="21"/>
          <ac:spMkLst>
            <pc:docMk/>
            <pc:sldMk cId="2233985182" sldId="263"/>
            <ac:spMk id="5" creationId="{BD7FE460-D949-40B4-B0B2-74A80DB9E014}"/>
          </ac:spMkLst>
        </pc:spChg>
        <pc:spChg chg="del mod">
          <ac:chgData name="Shidlingayya Gorlekoppa" userId="87b2455b-f068-46d1-82f6-ecda64ed59a5" providerId="ADAL" clId="{BD9426BB-E4C4-4647-A04A-6D5DDC4ACAB0}" dt="2022-03-22T09:51:11.733" v="1538" actId="21"/>
          <ac:spMkLst>
            <pc:docMk/>
            <pc:sldMk cId="2233985182" sldId="263"/>
            <ac:spMk id="9" creationId="{66D7B1FC-D891-43C2-921A-2FF7F550ED12}"/>
          </ac:spMkLst>
        </pc:spChg>
        <pc:picChg chg="del">
          <ac:chgData name="Shidlingayya Gorlekoppa" userId="87b2455b-f068-46d1-82f6-ecda64ed59a5" providerId="ADAL" clId="{BD9426BB-E4C4-4647-A04A-6D5DDC4ACAB0}" dt="2022-03-22T09:12:15.318" v="331" actId="478"/>
          <ac:picMkLst>
            <pc:docMk/>
            <pc:sldMk cId="2233985182" sldId="263"/>
            <ac:picMk id="3" creationId="{8A12360E-6E3B-45D6-8722-7D7F8B4C79A5}"/>
          </ac:picMkLst>
        </pc:picChg>
      </pc:sldChg>
      <pc:sldChg chg="addSp delSp modSp add mod">
        <pc:chgData name="Shidlingayya Gorlekoppa" userId="87b2455b-f068-46d1-82f6-ecda64ed59a5" providerId="ADAL" clId="{BD9426BB-E4C4-4647-A04A-6D5DDC4ACAB0}" dt="2022-03-22T09:44:15.495" v="1279" actId="113"/>
        <pc:sldMkLst>
          <pc:docMk/>
          <pc:sldMk cId="2530763854" sldId="264"/>
        </pc:sldMkLst>
        <pc:spChg chg="mod">
          <ac:chgData name="Shidlingayya Gorlekoppa" userId="87b2455b-f068-46d1-82f6-ecda64ed59a5" providerId="ADAL" clId="{BD9426BB-E4C4-4647-A04A-6D5DDC4ACAB0}" dt="2022-03-22T09:28:30.052" v="935" actId="1076"/>
          <ac:spMkLst>
            <pc:docMk/>
            <pc:sldMk cId="2530763854" sldId="264"/>
            <ac:spMk id="5" creationId="{BD7FE460-D949-40B4-B0B2-74A80DB9E014}"/>
          </ac:spMkLst>
        </pc:spChg>
        <pc:spChg chg="add del mod">
          <ac:chgData name="Shidlingayya Gorlekoppa" userId="87b2455b-f068-46d1-82f6-ecda64ed59a5" providerId="ADAL" clId="{BD9426BB-E4C4-4647-A04A-6D5DDC4ACAB0}" dt="2022-03-22T09:34:58.131" v="1003" actId="21"/>
          <ac:spMkLst>
            <pc:docMk/>
            <pc:sldMk cId="2530763854" sldId="264"/>
            <ac:spMk id="6" creationId="{E1742983-27F6-4A94-BCD2-E542D42CCDB4}"/>
          </ac:spMkLst>
        </pc:spChg>
        <pc:spChg chg="add mod">
          <ac:chgData name="Shidlingayya Gorlekoppa" userId="87b2455b-f068-46d1-82f6-ecda64ed59a5" providerId="ADAL" clId="{BD9426BB-E4C4-4647-A04A-6D5DDC4ACAB0}" dt="2022-03-22T09:43:57.089" v="1277" actId="14100"/>
          <ac:spMkLst>
            <pc:docMk/>
            <pc:sldMk cId="2530763854" sldId="264"/>
            <ac:spMk id="8" creationId="{13D2527E-5646-4971-A807-D0630EB513E4}"/>
          </ac:spMkLst>
        </pc:spChg>
        <pc:spChg chg="mod">
          <ac:chgData name="Shidlingayya Gorlekoppa" userId="87b2455b-f068-46d1-82f6-ecda64ed59a5" providerId="ADAL" clId="{BD9426BB-E4C4-4647-A04A-6D5DDC4ACAB0}" dt="2022-03-22T09:44:15.495" v="1279" actId="113"/>
          <ac:spMkLst>
            <pc:docMk/>
            <pc:sldMk cId="2530763854" sldId="264"/>
            <ac:spMk id="9" creationId="{66D7B1FC-D891-43C2-921A-2FF7F550ED12}"/>
          </ac:spMkLst>
        </pc:spChg>
        <pc:picChg chg="add mod">
          <ac:chgData name="Shidlingayya Gorlekoppa" userId="87b2455b-f068-46d1-82f6-ecda64ed59a5" providerId="ADAL" clId="{BD9426BB-E4C4-4647-A04A-6D5DDC4ACAB0}" dt="2022-03-22T09:42:14.586" v="1013" actId="14100"/>
          <ac:picMkLst>
            <pc:docMk/>
            <pc:sldMk cId="2530763854" sldId="264"/>
            <ac:picMk id="3" creationId="{2E8202C5-34DC-47EE-9FB6-82DCEDFB3C10}"/>
          </ac:picMkLst>
        </pc:picChg>
        <pc:picChg chg="add mod">
          <ac:chgData name="Shidlingayya Gorlekoppa" userId="87b2455b-f068-46d1-82f6-ecda64ed59a5" providerId="ADAL" clId="{BD9426BB-E4C4-4647-A04A-6D5DDC4ACAB0}" dt="2022-03-22T09:42:17.924" v="1014" actId="108"/>
          <ac:picMkLst>
            <pc:docMk/>
            <pc:sldMk cId="2530763854" sldId="264"/>
            <ac:picMk id="7" creationId="{3D19FAAC-041A-4E6B-818E-61AFF120ECDB}"/>
          </ac:picMkLst>
        </pc:picChg>
      </pc:sldChg>
      <pc:sldChg chg="addSp delSp modSp add mod">
        <pc:chgData name="Shidlingayya Gorlekoppa" userId="87b2455b-f068-46d1-82f6-ecda64ed59a5" providerId="ADAL" clId="{BD9426BB-E4C4-4647-A04A-6D5DDC4ACAB0}" dt="2022-03-22T09:50:07.723" v="1533" actId="20577"/>
        <pc:sldMkLst>
          <pc:docMk/>
          <pc:sldMk cId="3718173306" sldId="265"/>
        </pc:sldMkLst>
        <pc:spChg chg="mod">
          <ac:chgData name="Shidlingayya Gorlekoppa" userId="87b2455b-f068-46d1-82f6-ecda64ed59a5" providerId="ADAL" clId="{BD9426BB-E4C4-4647-A04A-6D5DDC4ACAB0}" dt="2022-03-22T09:46:38.470" v="1462" actId="20577"/>
          <ac:spMkLst>
            <pc:docMk/>
            <pc:sldMk cId="3718173306" sldId="265"/>
            <ac:spMk id="5" creationId="{BD7FE460-D949-40B4-B0B2-74A80DB9E014}"/>
          </ac:spMkLst>
        </pc:spChg>
        <pc:spChg chg="mod">
          <ac:chgData name="Shidlingayya Gorlekoppa" userId="87b2455b-f068-46d1-82f6-ecda64ed59a5" providerId="ADAL" clId="{BD9426BB-E4C4-4647-A04A-6D5DDC4ACAB0}" dt="2022-03-22T09:50:07.723" v="1533" actId="20577"/>
          <ac:spMkLst>
            <pc:docMk/>
            <pc:sldMk cId="3718173306" sldId="265"/>
            <ac:spMk id="8" creationId="{13D2527E-5646-4971-A807-D0630EB513E4}"/>
          </ac:spMkLst>
        </pc:spChg>
        <pc:spChg chg="mod">
          <ac:chgData name="Shidlingayya Gorlekoppa" userId="87b2455b-f068-46d1-82f6-ecda64ed59a5" providerId="ADAL" clId="{BD9426BB-E4C4-4647-A04A-6D5DDC4ACAB0}" dt="2022-03-22T09:46:04.826" v="1301" actId="14100"/>
          <ac:spMkLst>
            <pc:docMk/>
            <pc:sldMk cId="3718173306" sldId="265"/>
            <ac:spMk id="9" creationId="{66D7B1FC-D891-43C2-921A-2FF7F550ED12}"/>
          </ac:spMkLst>
        </pc:spChg>
        <pc:picChg chg="del">
          <ac:chgData name="Shidlingayya Gorlekoppa" userId="87b2455b-f068-46d1-82f6-ecda64ed59a5" providerId="ADAL" clId="{BD9426BB-E4C4-4647-A04A-6D5DDC4ACAB0}" dt="2022-03-22T09:45:28.392" v="1281" actId="478"/>
          <ac:picMkLst>
            <pc:docMk/>
            <pc:sldMk cId="3718173306" sldId="265"/>
            <ac:picMk id="3" creationId="{2E8202C5-34DC-47EE-9FB6-82DCEDFB3C10}"/>
          </ac:picMkLst>
        </pc:picChg>
        <pc:picChg chg="add mod">
          <ac:chgData name="Shidlingayya Gorlekoppa" userId="87b2455b-f068-46d1-82f6-ecda64ed59a5" providerId="ADAL" clId="{BD9426BB-E4C4-4647-A04A-6D5DDC4ACAB0}" dt="2022-03-22T09:49:47.771" v="1472" actId="1076"/>
          <ac:picMkLst>
            <pc:docMk/>
            <pc:sldMk cId="3718173306" sldId="265"/>
            <ac:picMk id="4" creationId="{294F33BB-1594-40BF-8193-1C45D8B2F503}"/>
          </ac:picMkLst>
        </pc:picChg>
        <pc:picChg chg="del mod">
          <ac:chgData name="Shidlingayya Gorlekoppa" userId="87b2455b-f068-46d1-82f6-ecda64ed59a5" providerId="ADAL" clId="{BD9426BB-E4C4-4647-A04A-6D5DDC4ACAB0}" dt="2022-03-22T09:45:31.163" v="1283" actId="478"/>
          <ac:picMkLst>
            <pc:docMk/>
            <pc:sldMk cId="3718173306" sldId="265"/>
            <ac:picMk id="7" creationId="{3D19FAAC-041A-4E6B-818E-61AFF120ECDB}"/>
          </ac:picMkLst>
        </pc:picChg>
      </pc:sldChg>
      <pc:sldChg chg="addSp delSp modSp add mod">
        <pc:chgData name="Shidlingayya Gorlekoppa" userId="87b2455b-f068-46d1-82f6-ecda64ed59a5" providerId="ADAL" clId="{BD9426BB-E4C4-4647-A04A-6D5DDC4ACAB0}" dt="2022-03-22T10:09:50.262" v="1822" actId="115"/>
        <pc:sldMkLst>
          <pc:docMk/>
          <pc:sldMk cId="2011181990" sldId="266"/>
        </pc:sldMkLst>
        <pc:spChg chg="mod">
          <ac:chgData name="Shidlingayya Gorlekoppa" userId="87b2455b-f068-46d1-82f6-ecda64ed59a5" providerId="ADAL" clId="{BD9426BB-E4C4-4647-A04A-6D5DDC4ACAB0}" dt="2022-03-22T10:08:34.370" v="1702" actId="115"/>
          <ac:spMkLst>
            <pc:docMk/>
            <pc:sldMk cId="2011181990" sldId="266"/>
            <ac:spMk id="5" creationId="{BD7FE460-D949-40B4-B0B2-74A80DB9E014}"/>
          </ac:spMkLst>
        </pc:spChg>
        <pc:spChg chg="del">
          <ac:chgData name="Shidlingayya Gorlekoppa" userId="87b2455b-f068-46d1-82f6-ecda64ed59a5" providerId="ADAL" clId="{BD9426BB-E4C4-4647-A04A-6D5DDC4ACAB0}" dt="2022-03-22T09:51:33.731" v="1546" actId="478"/>
          <ac:spMkLst>
            <pc:docMk/>
            <pc:sldMk cId="2011181990" sldId="266"/>
            <ac:spMk id="8" creationId="{13D2527E-5646-4971-A807-D0630EB513E4}"/>
          </ac:spMkLst>
        </pc:spChg>
        <pc:spChg chg="add mod">
          <ac:chgData name="Shidlingayya Gorlekoppa" userId="87b2455b-f068-46d1-82f6-ecda64ed59a5" providerId="ADAL" clId="{BD9426BB-E4C4-4647-A04A-6D5DDC4ACAB0}" dt="2022-03-22T10:09:50.262" v="1822" actId="115"/>
          <ac:spMkLst>
            <pc:docMk/>
            <pc:sldMk cId="2011181990" sldId="266"/>
            <ac:spMk id="10" creationId="{2EC62249-A681-48DE-8B32-C1A0EDF01134}"/>
          </ac:spMkLst>
        </pc:spChg>
        <pc:picChg chg="add mod">
          <ac:chgData name="Shidlingayya Gorlekoppa" userId="87b2455b-f068-46d1-82f6-ecda64ed59a5" providerId="ADAL" clId="{BD9426BB-E4C4-4647-A04A-6D5DDC4ACAB0}" dt="2022-03-22T10:09:00.450" v="1705" actId="108"/>
          <ac:picMkLst>
            <pc:docMk/>
            <pc:sldMk cId="2011181990" sldId="266"/>
            <ac:picMk id="3" creationId="{D52E69F2-ADA2-4DCE-83AA-56D9298E1428}"/>
          </ac:picMkLst>
        </pc:picChg>
        <pc:picChg chg="del">
          <ac:chgData name="Shidlingayya Gorlekoppa" userId="87b2455b-f068-46d1-82f6-ecda64ed59a5" providerId="ADAL" clId="{BD9426BB-E4C4-4647-A04A-6D5DDC4ACAB0}" dt="2022-03-22T09:51:31.300" v="1545" actId="478"/>
          <ac:picMkLst>
            <pc:docMk/>
            <pc:sldMk cId="2011181990" sldId="266"/>
            <ac:picMk id="4" creationId="{294F33BB-1594-40BF-8193-1C45D8B2F503}"/>
          </ac:picMkLst>
        </pc:picChg>
      </pc:sldChg>
      <pc:sldChg chg="addSp delSp modSp add mod">
        <pc:chgData name="Shidlingayya Gorlekoppa" userId="87b2455b-f068-46d1-82f6-ecda64ed59a5" providerId="ADAL" clId="{BD9426BB-E4C4-4647-A04A-6D5DDC4ACAB0}" dt="2022-03-22T10:14:47.165" v="1996" actId="1076"/>
        <pc:sldMkLst>
          <pc:docMk/>
          <pc:sldMk cId="127297749" sldId="267"/>
        </pc:sldMkLst>
        <pc:spChg chg="mod">
          <ac:chgData name="Shidlingayya Gorlekoppa" userId="87b2455b-f068-46d1-82f6-ecda64ed59a5" providerId="ADAL" clId="{BD9426BB-E4C4-4647-A04A-6D5DDC4ACAB0}" dt="2022-03-22T10:11:29.867" v="1902" actId="115"/>
          <ac:spMkLst>
            <pc:docMk/>
            <pc:sldMk cId="127297749" sldId="267"/>
            <ac:spMk id="5" creationId="{BD7FE460-D949-40B4-B0B2-74A80DB9E014}"/>
          </ac:spMkLst>
        </pc:spChg>
        <pc:spChg chg="add mod">
          <ac:chgData name="Shidlingayya Gorlekoppa" userId="87b2455b-f068-46d1-82f6-ecda64ed59a5" providerId="ADAL" clId="{BD9426BB-E4C4-4647-A04A-6D5DDC4ACAB0}" dt="2022-03-22T10:14:47.165" v="1996" actId="1076"/>
          <ac:spMkLst>
            <pc:docMk/>
            <pc:sldMk cId="127297749" sldId="267"/>
            <ac:spMk id="8" creationId="{FEE0751D-0717-460D-9B9A-1087275BA60E}"/>
          </ac:spMkLst>
        </pc:spChg>
        <pc:spChg chg="del">
          <ac:chgData name="Shidlingayya Gorlekoppa" userId="87b2455b-f068-46d1-82f6-ecda64ed59a5" providerId="ADAL" clId="{BD9426BB-E4C4-4647-A04A-6D5DDC4ACAB0}" dt="2022-03-22T10:11:33.381" v="1903" actId="478"/>
          <ac:spMkLst>
            <pc:docMk/>
            <pc:sldMk cId="127297749" sldId="267"/>
            <ac:spMk id="10" creationId="{2EC62249-A681-48DE-8B32-C1A0EDF01134}"/>
          </ac:spMkLst>
        </pc:spChg>
        <pc:picChg chg="del">
          <ac:chgData name="Shidlingayya Gorlekoppa" userId="87b2455b-f068-46d1-82f6-ecda64ed59a5" providerId="ADAL" clId="{BD9426BB-E4C4-4647-A04A-6D5DDC4ACAB0}" dt="2022-03-22T10:10:04.803" v="1824" actId="478"/>
          <ac:picMkLst>
            <pc:docMk/>
            <pc:sldMk cId="127297749" sldId="267"/>
            <ac:picMk id="3" creationId="{D52E69F2-ADA2-4DCE-83AA-56D9298E1428}"/>
          </ac:picMkLst>
        </pc:picChg>
        <pc:picChg chg="add mod">
          <ac:chgData name="Shidlingayya Gorlekoppa" userId="87b2455b-f068-46d1-82f6-ecda64ed59a5" providerId="ADAL" clId="{BD9426BB-E4C4-4647-A04A-6D5DDC4ACAB0}" dt="2022-03-22T10:12:37.010" v="1906" actId="108"/>
          <ac:picMkLst>
            <pc:docMk/>
            <pc:sldMk cId="127297749" sldId="267"/>
            <ac:picMk id="4" creationId="{3FEE1BB4-57CA-4F39-A6FD-23905A7606BC}"/>
          </ac:picMkLst>
        </pc:picChg>
      </pc:sldChg>
      <pc:sldChg chg="delSp modSp add mod">
        <pc:chgData name="Shidlingayya Gorlekoppa" userId="87b2455b-f068-46d1-82f6-ecda64ed59a5" providerId="ADAL" clId="{BD9426BB-E4C4-4647-A04A-6D5DDC4ACAB0}" dt="2022-03-22T10:21:00.108" v="2063" actId="115"/>
        <pc:sldMkLst>
          <pc:docMk/>
          <pc:sldMk cId="2123808800" sldId="268"/>
        </pc:sldMkLst>
        <pc:spChg chg="mod">
          <ac:chgData name="Shidlingayya Gorlekoppa" userId="87b2455b-f068-46d1-82f6-ecda64ed59a5" providerId="ADAL" clId="{BD9426BB-E4C4-4647-A04A-6D5DDC4ACAB0}" dt="2022-03-22T10:21:00.108" v="2063" actId="115"/>
          <ac:spMkLst>
            <pc:docMk/>
            <pc:sldMk cId="2123808800" sldId="268"/>
            <ac:spMk id="5" creationId="{BD7FE460-D949-40B4-B0B2-74A80DB9E014}"/>
          </ac:spMkLst>
        </pc:spChg>
        <pc:spChg chg="del">
          <ac:chgData name="Shidlingayya Gorlekoppa" userId="87b2455b-f068-46d1-82f6-ecda64ed59a5" providerId="ADAL" clId="{BD9426BB-E4C4-4647-A04A-6D5DDC4ACAB0}" dt="2022-03-22T10:18:50.936" v="1999" actId="478"/>
          <ac:spMkLst>
            <pc:docMk/>
            <pc:sldMk cId="2123808800" sldId="268"/>
            <ac:spMk id="8" creationId="{FEE0751D-0717-460D-9B9A-1087275BA60E}"/>
          </ac:spMkLst>
        </pc:spChg>
        <pc:spChg chg="mod">
          <ac:chgData name="Shidlingayya Gorlekoppa" userId="87b2455b-f068-46d1-82f6-ecda64ed59a5" providerId="ADAL" clId="{BD9426BB-E4C4-4647-A04A-6D5DDC4ACAB0}" dt="2022-03-22T10:19:09.707" v="2043" actId="14100"/>
          <ac:spMkLst>
            <pc:docMk/>
            <pc:sldMk cId="2123808800" sldId="268"/>
            <ac:spMk id="9" creationId="{66D7B1FC-D891-43C2-921A-2FF7F550ED12}"/>
          </ac:spMkLst>
        </pc:spChg>
        <pc:picChg chg="del">
          <ac:chgData name="Shidlingayya Gorlekoppa" userId="87b2455b-f068-46d1-82f6-ecda64ed59a5" providerId="ADAL" clId="{BD9426BB-E4C4-4647-A04A-6D5DDC4ACAB0}" dt="2022-03-22T10:18:48.825" v="1998" actId="478"/>
          <ac:picMkLst>
            <pc:docMk/>
            <pc:sldMk cId="2123808800" sldId="268"/>
            <ac:picMk id="4" creationId="{3FEE1BB4-57CA-4F39-A6FD-23905A7606BC}"/>
          </ac:picMkLst>
        </pc:picChg>
      </pc:sldChg>
    </pc:docChg>
  </pc:docChgLst>
  <pc:docChgLst>
    <pc:chgData name="Gorlekoppa, Shidlingayya" userId="87b2455b-f068-46d1-82f6-ecda64ed59a5" providerId="ADAL" clId="{506096AB-E4FC-4885-BCD6-E311F6E0207E}"/>
    <pc:docChg chg="undo custSel addSld delSld modSld sldOrd">
      <pc:chgData name="Gorlekoppa, Shidlingayya" userId="87b2455b-f068-46d1-82f6-ecda64ed59a5" providerId="ADAL" clId="{506096AB-E4FC-4885-BCD6-E311F6E0207E}" dt="2022-01-17T05:27:11.959" v="2229" actId="14100"/>
      <pc:docMkLst>
        <pc:docMk/>
      </pc:docMkLst>
      <pc:sldChg chg="addSp delSp modSp mod">
        <pc:chgData name="Gorlekoppa, Shidlingayya" userId="87b2455b-f068-46d1-82f6-ecda64ed59a5" providerId="ADAL" clId="{506096AB-E4FC-4885-BCD6-E311F6E0207E}" dt="2022-01-17T04:22:20.926" v="1034" actId="20577"/>
        <pc:sldMkLst>
          <pc:docMk/>
          <pc:sldMk cId="3835813386" sldId="256"/>
        </pc:sldMkLst>
        <pc:spChg chg="mod">
          <ac:chgData name="Gorlekoppa, Shidlingayya" userId="87b2455b-f068-46d1-82f6-ecda64ed59a5" providerId="ADAL" clId="{506096AB-E4FC-4885-BCD6-E311F6E0207E}" dt="2022-01-17T04:01:57.576" v="22" actId="115"/>
          <ac:spMkLst>
            <pc:docMk/>
            <pc:sldMk cId="3835813386" sldId="256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506096AB-E4FC-4885-BCD6-E311F6E0207E}" dt="2022-01-17T04:22:20.926" v="1034" actId="20577"/>
          <ac:spMkLst>
            <pc:docMk/>
            <pc:sldMk cId="3835813386" sldId="256"/>
            <ac:spMk id="4" creationId="{00000000-0000-0000-0000-000000000000}"/>
          </ac:spMkLst>
        </pc:spChg>
        <pc:picChg chg="add del mod">
          <ac:chgData name="Gorlekoppa, Shidlingayya" userId="87b2455b-f068-46d1-82f6-ecda64ed59a5" providerId="ADAL" clId="{506096AB-E4FC-4885-BCD6-E311F6E0207E}" dt="2022-01-17T04:13:45.080" v="886" actId="478"/>
          <ac:picMkLst>
            <pc:docMk/>
            <pc:sldMk cId="3835813386" sldId="256"/>
            <ac:picMk id="5" creationId="{A0B2F7E6-774F-4F19-B160-FF7D8F9B92B0}"/>
          </ac:picMkLst>
        </pc:picChg>
        <pc:picChg chg="add mod">
          <ac:chgData name="Gorlekoppa, Shidlingayya" userId="87b2455b-f068-46d1-82f6-ecda64ed59a5" providerId="ADAL" clId="{506096AB-E4FC-4885-BCD6-E311F6E0207E}" dt="2022-01-17T04:15:37.490" v="972" actId="1076"/>
          <ac:picMkLst>
            <pc:docMk/>
            <pc:sldMk cId="3835813386" sldId="256"/>
            <ac:picMk id="7" creationId="{0CC13493-25E8-4017-BDFE-0C26117C7A74}"/>
          </ac:picMkLst>
        </pc:picChg>
      </pc:sldChg>
      <pc:sldChg chg="delSp modSp add mod ord">
        <pc:chgData name="Gorlekoppa, Shidlingayya" userId="87b2455b-f068-46d1-82f6-ecda64ed59a5" providerId="ADAL" clId="{506096AB-E4FC-4885-BCD6-E311F6E0207E}" dt="2022-01-17T04:25:08.880" v="1061"/>
        <pc:sldMkLst>
          <pc:docMk/>
          <pc:sldMk cId="2567622862" sldId="257"/>
        </pc:sldMkLst>
        <pc:spChg chg="mod">
          <ac:chgData name="Gorlekoppa, Shidlingayya" userId="87b2455b-f068-46d1-82f6-ecda64ed59a5" providerId="ADAL" clId="{506096AB-E4FC-4885-BCD6-E311F6E0207E}" dt="2022-01-17T04:13:14.983" v="879" actId="20577"/>
          <ac:spMkLst>
            <pc:docMk/>
            <pc:sldMk cId="2567622862" sldId="257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506096AB-E4FC-4885-BCD6-E311F6E0207E}" dt="2022-01-17T04:13:40.532" v="885" actId="6549"/>
          <ac:spMkLst>
            <pc:docMk/>
            <pc:sldMk cId="2567622862" sldId="257"/>
            <ac:spMk id="4" creationId="{00000000-0000-0000-0000-000000000000}"/>
          </ac:spMkLst>
        </pc:spChg>
        <pc:picChg chg="mod">
          <ac:chgData name="Gorlekoppa, Shidlingayya" userId="87b2455b-f068-46d1-82f6-ecda64ed59a5" providerId="ADAL" clId="{506096AB-E4FC-4885-BCD6-E311F6E0207E}" dt="2022-01-17T04:13:25.798" v="882" actId="1076"/>
          <ac:picMkLst>
            <pc:docMk/>
            <pc:sldMk cId="2567622862" sldId="257"/>
            <ac:picMk id="5" creationId="{A0B2F7E6-774F-4F19-B160-FF7D8F9B92B0}"/>
          </ac:picMkLst>
        </pc:picChg>
        <pc:picChg chg="del">
          <ac:chgData name="Gorlekoppa, Shidlingayya" userId="87b2455b-f068-46d1-82f6-ecda64ed59a5" providerId="ADAL" clId="{506096AB-E4FC-4885-BCD6-E311F6E0207E}" dt="2022-01-17T04:13:23.533" v="881" actId="478"/>
          <ac:picMkLst>
            <pc:docMk/>
            <pc:sldMk cId="2567622862" sldId="257"/>
            <ac:picMk id="7" creationId="{0CC13493-25E8-4017-BDFE-0C26117C7A74}"/>
          </ac:picMkLst>
        </pc:picChg>
      </pc:sldChg>
      <pc:sldChg chg="addSp delSp modSp add mod">
        <pc:chgData name="Gorlekoppa, Shidlingayya" userId="87b2455b-f068-46d1-82f6-ecda64ed59a5" providerId="ADAL" clId="{506096AB-E4FC-4885-BCD6-E311F6E0207E}" dt="2022-01-17T04:25:00.006" v="1058" actId="1076"/>
        <pc:sldMkLst>
          <pc:docMk/>
          <pc:sldMk cId="2521157864" sldId="258"/>
        </pc:sldMkLst>
        <pc:spChg chg="mod">
          <ac:chgData name="Gorlekoppa, Shidlingayya" userId="87b2455b-f068-46d1-82f6-ecda64ed59a5" providerId="ADAL" clId="{506096AB-E4FC-4885-BCD6-E311F6E0207E}" dt="2022-01-17T04:14:17.988" v="933" actId="20577"/>
          <ac:spMkLst>
            <pc:docMk/>
            <pc:sldMk cId="2521157864" sldId="258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506096AB-E4FC-4885-BCD6-E311F6E0207E}" dt="2022-01-17T04:14:25.251" v="938" actId="20577"/>
          <ac:spMkLst>
            <pc:docMk/>
            <pc:sldMk cId="2521157864" sldId="258"/>
            <ac:spMk id="4" creationId="{00000000-0000-0000-0000-000000000000}"/>
          </ac:spMkLst>
        </pc:spChg>
        <pc:graphicFrameChg chg="add del mod modGraphic">
          <ac:chgData name="Gorlekoppa, Shidlingayya" userId="87b2455b-f068-46d1-82f6-ecda64ed59a5" providerId="ADAL" clId="{506096AB-E4FC-4885-BCD6-E311F6E0207E}" dt="2022-01-17T04:24:56.922" v="1057" actId="3680"/>
          <ac:graphicFrameMkLst>
            <pc:docMk/>
            <pc:sldMk cId="2521157864" sldId="258"/>
            <ac:graphicFrameMk id="7" creationId="{ACF09D40-12FD-41EB-92BF-766A8F7A2260}"/>
          </ac:graphicFrameMkLst>
        </pc:graphicFrameChg>
        <pc:picChg chg="del">
          <ac:chgData name="Gorlekoppa, Shidlingayya" userId="87b2455b-f068-46d1-82f6-ecda64ed59a5" providerId="ADAL" clId="{506096AB-E4FC-4885-BCD6-E311F6E0207E}" dt="2022-01-17T04:14:20.475" v="934" actId="478"/>
          <ac:picMkLst>
            <pc:docMk/>
            <pc:sldMk cId="2521157864" sldId="258"/>
            <ac:picMk id="5" creationId="{A0B2F7E6-774F-4F19-B160-FF7D8F9B92B0}"/>
          </ac:picMkLst>
        </pc:picChg>
        <pc:picChg chg="add mod">
          <ac:chgData name="Gorlekoppa, Shidlingayya" userId="87b2455b-f068-46d1-82f6-ecda64ed59a5" providerId="ADAL" clId="{506096AB-E4FC-4885-BCD6-E311F6E0207E}" dt="2022-01-17T04:25:00.006" v="1058" actId="1076"/>
          <ac:picMkLst>
            <pc:docMk/>
            <pc:sldMk cId="2521157864" sldId="258"/>
            <ac:picMk id="6" creationId="{C2C3B1BD-84EC-4501-B9EC-67D1F5837575}"/>
          </ac:picMkLst>
        </pc:picChg>
      </pc:sldChg>
      <pc:sldChg chg="addSp delSp modSp add mod">
        <pc:chgData name="Gorlekoppa, Shidlingayya" userId="87b2455b-f068-46d1-82f6-ecda64ed59a5" providerId="ADAL" clId="{506096AB-E4FC-4885-BCD6-E311F6E0207E}" dt="2022-01-17T04:52:39.458" v="1785" actId="21"/>
        <pc:sldMkLst>
          <pc:docMk/>
          <pc:sldMk cId="475915468" sldId="259"/>
        </pc:sldMkLst>
        <pc:spChg chg="mod">
          <ac:chgData name="Gorlekoppa, Shidlingayya" userId="87b2455b-f068-46d1-82f6-ecda64ed59a5" providerId="ADAL" clId="{506096AB-E4FC-4885-BCD6-E311F6E0207E}" dt="2022-01-17T04:42:24.293" v="1352" actId="14100"/>
          <ac:spMkLst>
            <pc:docMk/>
            <pc:sldMk cId="475915468" sldId="259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506096AB-E4FC-4885-BCD6-E311F6E0207E}" dt="2022-01-17T04:52:39.458" v="1785" actId="21"/>
          <ac:spMkLst>
            <pc:docMk/>
            <pc:sldMk cId="475915468" sldId="259"/>
            <ac:spMk id="4" creationId="{00000000-0000-0000-0000-000000000000}"/>
          </ac:spMkLst>
        </pc:spChg>
        <pc:spChg chg="add mod">
          <ac:chgData name="Gorlekoppa, Shidlingayya" userId="87b2455b-f068-46d1-82f6-ecda64ed59a5" providerId="ADAL" clId="{506096AB-E4FC-4885-BCD6-E311F6E0207E}" dt="2022-01-17T04:52:15.908" v="1778" actId="14100"/>
          <ac:spMkLst>
            <pc:docMk/>
            <pc:sldMk cId="475915468" sldId="259"/>
            <ac:spMk id="9" creationId="{66D7B1FC-D891-43C2-921A-2FF7F550ED12}"/>
          </ac:spMkLst>
        </pc:spChg>
        <pc:spChg chg="add del mod">
          <ac:chgData name="Gorlekoppa, Shidlingayya" userId="87b2455b-f068-46d1-82f6-ecda64ed59a5" providerId="ADAL" clId="{506096AB-E4FC-4885-BCD6-E311F6E0207E}" dt="2022-01-17T04:33:32.320" v="1274"/>
          <ac:spMkLst>
            <pc:docMk/>
            <pc:sldMk cId="475915468" sldId="259"/>
            <ac:spMk id="10" creationId="{C36BDAF8-E0C3-4583-AF4A-3CA87C1034E9}"/>
          </ac:spMkLst>
        </pc:spChg>
        <pc:spChg chg="add mod">
          <ac:chgData name="Gorlekoppa, Shidlingayya" userId="87b2455b-f068-46d1-82f6-ecda64ed59a5" providerId="ADAL" clId="{506096AB-E4FC-4885-BCD6-E311F6E0207E}" dt="2022-01-17T04:42:44.773" v="1367" actId="1076"/>
          <ac:spMkLst>
            <pc:docMk/>
            <pc:sldMk cId="475915468" sldId="259"/>
            <ac:spMk id="13" creationId="{BD1EB5A9-EC00-46DA-87C4-614E72C2149B}"/>
          </ac:spMkLst>
        </pc:spChg>
        <pc:spChg chg="add mod">
          <ac:chgData name="Gorlekoppa, Shidlingayya" userId="87b2455b-f068-46d1-82f6-ecda64ed59a5" providerId="ADAL" clId="{506096AB-E4FC-4885-BCD6-E311F6E0207E}" dt="2022-01-17T04:45:33.094" v="1399" actId="27636"/>
          <ac:spMkLst>
            <pc:docMk/>
            <pc:sldMk cId="475915468" sldId="259"/>
            <ac:spMk id="16" creationId="{05DFACC8-58F8-462C-B920-6EB6238B3A27}"/>
          </ac:spMkLst>
        </pc:spChg>
        <pc:picChg chg="add mod">
          <ac:chgData name="Gorlekoppa, Shidlingayya" userId="87b2455b-f068-46d1-82f6-ecda64ed59a5" providerId="ADAL" clId="{506096AB-E4FC-4885-BCD6-E311F6E0207E}" dt="2022-01-17T04:34:28.854" v="1320" actId="1076"/>
          <ac:picMkLst>
            <pc:docMk/>
            <pc:sldMk cId="475915468" sldId="259"/>
            <ac:picMk id="5" creationId="{DE7E7057-A5A4-4EC7-8057-EA279614D07D}"/>
          </ac:picMkLst>
        </pc:picChg>
        <pc:picChg chg="del">
          <ac:chgData name="Gorlekoppa, Shidlingayya" userId="87b2455b-f068-46d1-82f6-ecda64ed59a5" providerId="ADAL" clId="{506096AB-E4FC-4885-BCD6-E311F6E0207E}" dt="2022-01-17T04:25:14.450" v="1062" actId="478"/>
          <ac:picMkLst>
            <pc:docMk/>
            <pc:sldMk cId="475915468" sldId="259"/>
            <ac:picMk id="6" creationId="{C2C3B1BD-84EC-4501-B9EC-67D1F5837575}"/>
          </ac:picMkLst>
        </pc:picChg>
        <pc:picChg chg="add del mod">
          <ac:chgData name="Gorlekoppa, Shidlingayya" userId="87b2455b-f068-46d1-82f6-ecda64ed59a5" providerId="ADAL" clId="{506096AB-E4FC-4885-BCD6-E311F6E0207E}" dt="2022-01-17T04:33:34.807" v="1277" actId="478"/>
          <ac:picMkLst>
            <pc:docMk/>
            <pc:sldMk cId="475915468" sldId="259"/>
            <ac:picMk id="7" creationId="{A993A9CA-DE2E-4D11-969F-0AB7A51BF250}"/>
          </ac:picMkLst>
        </pc:picChg>
        <pc:picChg chg="add del mod">
          <ac:chgData name="Gorlekoppa, Shidlingayya" userId="87b2455b-f068-46d1-82f6-ecda64ed59a5" providerId="ADAL" clId="{506096AB-E4FC-4885-BCD6-E311F6E0207E}" dt="2022-01-17T04:33:36.616" v="1278" actId="478"/>
          <ac:picMkLst>
            <pc:docMk/>
            <pc:sldMk cId="475915468" sldId="259"/>
            <ac:picMk id="8" creationId="{B741E491-F1D0-4136-B9FF-5F7A9DF96A14}"/>
          </ac:picMkLst>
        </pc:picChg>
        <pc:picChg chg="add mod">
          <ac:chgData name="Gorlekoppa, Shidlingayya" userId="87b2455b-f068-46d1-82f6-ecda64ed59a5" providerId="ADAL" clId="{506096AB-E4FC-4885-BCD6-E311F6E0207E}" dt="2022-01-17T04:45:08.166" v="1376" actId="1076"/>
          <ac:picMkLst>
            <pc:docMk/>
            <pc:sldMk cId="475915468" sldId="259"/>
            <ac:picMk id="12" creationId="{3F2BC2E5-D1BC-416F-AD0A-BD5767E200EE}"/>
          </ac:picMkLst>
        </pc:picChg>
        <pc:picChg chg="add mod">
          <ac:chgData name="Gorlekoppa, Shidlingayya" userId="87b2455b-f068-46d1-82f6-ecda64ed59a5" providerId="ADAL" clId="{506096AB-E4FC-4885-BCD6-E311F6E0207E}" dt="2022-01-17T04:45:16.620" v="1379" actId="1076"/>
          <ac:picMkLst>
            <pc:docMk/>
            <pc:sldMk cId="475915468" sldId="259"/>
            <ac:picMk id="15" creationId="{DCB39214-FABD-451F-9D7F-58C7EA83006B}"/>
          </ac:picMkLst>
        </pc:picChg>
      </pc:sldChg>
      <pc:sldChg chg="new del">
        <pc:chgData name="Gorlekoppa, Shidlingayya" userId="87b2455b-f068-46d1-82f6-ecda64ed59a5" providerId="ADAL" clId="{506096AB-E4FC-4885-BCD6-E311F6E0207E}" dt="2022-01-17T04:51:15.561" v="1632" actId="680"/>
        <pc:sldMkLst>
          <pc:docMk/>
          <pc:sldMk cId="92956964" sldId="260"/>
        </pc:sldMkLst>
      </pc:sldChg>
      <pc:sldChg chg="addSp delSp modSp add mod">
        <pc:chgData name="Gorlekoppa, Shidlingayya" userId="87b2455b-f068-46d1-82f6-ecda64ed59a5" providerId="ADAL" clId="{506096AB-E4FC-4885-BCD6-E311F6E0207E}" dt="2022-01-17T05:04:19.942" v="1850" actId="14100"/>
        <pc:sldMkLst>
          <pc:docMk/>
          <pc:sldMk cId="165193308" sldId="260"/>
        </pc:sldMkLst>
        <pc:spChg chg="add del">
          <ac:chgData name="Gorlekoppa, Shidlingayya" userId="87b2455b-f068-46d1-82f6-ecda64ed59a5" providerId="ADAL" clId="{506096AB-E4FC-4885-BCD6-E311F6E0207E}" dt="2022-01-17T04:52:45.548" v="1788" actId="478"/>
          <ac:spMkLst>
            <pc:docMk/>
            <pc:sldMk cId="165193308" sldId="260"/>
            <ac:spMk id="2" creationId="{00000000-0000-0000-0000-000000000000}"/>
          </ac:spMkLst>
        </pc:spChg>
        <pc:spChg chg="del mod">
          <ac:chgData name="Gorlekoppa, Shidlingayya" userId="87b2455b-f068-46d1-82f6-ecda64ed59a5" providerId="ADAL" clId="{506096AB-E4FC-4885-BCD6-E311F6E0207E}" dt="2022-01-17T04:51:44.240" v="1756"/>
          <ac:spMkLst>
            <pc:docMk/>
            <pc:sldMk cId="165193308" sldId="260"/>
            <ac:spMk id="4" creationId="{00000000-0000-0000-0000-000000000000}"/>
          </ac:spMkLst>
        </pc:spChg>
        <pc:spChg chg="add del mod">
          <ac:chgData name="Gorlekoppa, Shidlingayya" userId="87b2455b-f068-46d1-82f6-ecda64ed59a5" providerId="ADAL" clId="{506096AB-E4FC-4885-BCD6-E311F6E0207E}" dt="2022-01-17T04:52:27.720" v="1782" actId="478"/>
          <ac:spMkLst>
            <pc:docMk/>
            <pc:sldMk cId="165193308" sldId="260"/>
            <ac:spMk id="6" creationId="{E6D0310C-2EF8-4FCA-A5B7-341C3432D277}"/>
          </ac:spMkLst>
        </pc:spChg>
        <pc:spChg chg="add del mod">
          <ac:chgData name="Gorlekoppa, Shidlingayya" userId="87b2455b-f068-46d1-82f6-ecda64ed59a5" providerId="ADAL" clId="{506096AB-E4FC-4885-BCD6-E311F6E0207E}" dt="2022-01-17T04:52:29.996" v="1784" actId="478"/>
          <ac:spMkLst>
            <pc:docMk/>
            <pc:sldMk cId="165193308" sldId="260"/>
            <ac:spMk id="8" creationId="{6097C55A-E620-4E4E-802C-9D3F61BAF5A2}"/>
          </ac:spMkLst>
        </pc:spChg>
        <pc:spChg chg="mod">
          <ac:chgData name="Gorlekoppa, Shidlingayya" userId="87b2455b-f068-46d1-82f6-ecda64ed59a5" providerId="ADAL" clId="{506096AB-E4FC-4885-BCD6-E311F6E0207E}" dt="2022-01-17T04:52:24.139" v="1780" actId="14100"/>
          <ac:spMkLst>
            <pc:docMk/>
            <pc:sldMk cId="165193308" sldId="260"/>
            <ac:spMk id="9" creationId="{66D7B1FC-D891-43C2-921A-2FF7F550ED12}"/>
          </ac:spMkLst>
        </pc:spChg>
        <pc:spChg chg="del">
          <ac:chgData name="Gorlekoppa, Shidlingayya" userId="87b2455b-f068-46d1-82f6-ecda64ed59a5" providerId="ADAL" clId="{506096AB-E4FC-4885-BCD6-E311F6E0207E}" dt="2022-01-17T04:51:28.488" v="1638" actId="478"/>
          <ac:spMkLst>
            <pc:docMk/>
            <pc:sldMk cId="165193308" sldId="260"/>
            <ac:spMk id="13" creationId="{BD1EB5A9-EC00-46DA-87C4-614E72C2149B}"/>
          </ac:spMkLst>
        </pc:spChg>
        <pc:spChg chg="add del mod">
          <ac:chgData name="Gorlekoppa, Shidlingayya" userId="87b2455b-f068-46d1-82f6-ecda64ed59a5" providerId="ADAL" clId="{506096AB-E4FC-4885-BCD6-E311F6E0207E}" dt="2022-01-17T04:52:50.237" v="1789" actId="478"/>
          <ac:spMkLst>
            <pc:docMk/>
            <pc:sldMk cId="165193308" sldId="260"/>
            <ac:spMk id="14" creationId="{5EEBCE69-4A5E-4234-9647-8563EEC2B340}"/>
          </ac:spMkLst>
        </pc:spChg>
        <pc:spChg chg="del">
          <ac:chgData name="Gorlekoppa, Shidlingayya" userId="87b2455b-f068-46d1-82f6-ecda64ed59a5" providerId="ADAL" clId="{506096AB-E4FC-4885-BCD6-E311F6E0207E}" dt="2022-01-17T04:51:26.245" v="1637" actId="478"/>
          <ac:spMkLst>
            <pc:docMk/>
            <pc:sldMk cId="165193308" sldId="260"/>
            <ac:spMk id="16" creationId="{05DFACC8-58F8-462C-B920-6EB6238B3A27}"/>
          </ac:spMkLst>
        </pc:spChg>
        <pc:spChg chg="add mod">
          <ac:chgData name="Gorlekoppa, Shidlingayya" userId="87b2455b-f068-46d1-82f6-ecda64ed59a5" providerId="ADAL" clId="{506096AB-E4FC-4885-BCD6-E311F6E0207E}" dt="2022-01-17T05:04:19.942" v="1850" actId="14100"/>
          <ac:spMkLst>
            <pc:docMk/>
            <pc:sldMk cId="165193308" sldId="260"/>
            <ac:spMk id="17" creationId="{2C7708D2-88F5-48DA-AA03-8EE8E28394F5}"/>
          </ac:spMkLst>
        </pc:spChg>
        <pc:picChg chg="del">
          <ac:chgData name="Gorlekoppa, Shidlingayya" userId="87b2455b-f068-46d1-82f6-ecda64ed59a5" providerId="ADAL" clId="{506096AB-E4FC-4885-BCD6-E311F6E0207E}" dt="2022-01-17T04:51:18.905" v="1634" actId="478"/>
          <ac:picMkLst>
            <pc:docMk/>
            <pc:sldMk cId="165193308" sldId="260"/>
            <ac:picMk id="5" creationId="{DE7E7057-A5A4-4EC7-8057-EA279614D07D}"/>
          </ac:picMkLst>
        </pc:picChg>
        <pc:picChg chg="del">
          <ac:chgData name="Gorlekoppa, Shidlingayya" userId="87b2455b-f068-46d1-82f6-ecda64ed59a5" providerId="ADAL" clId="{506096AB-E4FC-4885-BCD6-E311F6E0207E}" dt="2022-01-17T04:51:20.240" v="1635" actId="478"/>
          <ac:picMkLst>
            <pc:docMk/>
            <pc:sldMk cId="165193308" sldId="260"/>
            <ac:picMk id="12" creationId="{3F2BC2E5-D1BC-416F-AD0A-BD5767E200EE}"/>
          </ac:picMkLst>
        </pc:picChg>
        <pc:picChg chg="del">
          <ac:chgData name="Gorlekoppa, Shidlingayya" userId="87b2455b-f068-46d1-82f6-ecda64ed59a5" providerId="ADAL" clId="{506096AB-E4FC-4885-BCD6-E311F6E0207E}" dt="2022-01-17T04:51:21.730" v="1636" actId="478"/>
          <ac:picMkLst>
            <pc:docMk/>
            <pc:sldMk cId="165193308" sldId="260"/>
            <ac:picMk id="15" creationId="{DCB39214-FABD-451F-9D7F-58C7EA83006B}"/>
          </ac:picMkLst>
        </pc:picChg>
        <pc:picChg chg="add mod">
          <ac:chgData name="Gorlekoppa, Shidlingayya" userId="87b2455b-f068-46d1-82f6-ecda64ed59a5" providerId="ADAL" clId="{506096AB-E4FC-4885-BCD6-E311F6E0207E}" dt="2022-01-17T04:53:30.879" v="1797" actId="108"/>
          <ac:picMkLst>
            <pc:docMk/>
            <pc:sldMk cId="165193308" sldId="260"/>
            <ac:picMk id="19" creationId="{2F049E57-1062-4B8F-B02C-9CB25263A93F}"/>
          </ac:picMkLst>
        </pc:picChg>
      </pc:sldChg>
      <pc:sldChg chg="new del">
        <pc:chgData name="Gorlekoppa, Shidlingayya" userId="87b2455b-f068-46d1-82f6-ecda64ed59a5" providerId="ADAL" clId="{506096AB-E4FC-4885-BCD6-E311F6E0207E}" dt="2022-01-17T04:53:56.456" v="1799" actId="680"/>
        <pc:sldMkLst>
          <pc:docMk/>
          <pc:sldMk cId="188932879" sldId="261"/>
        </pc:sldMkLst>
      </pc:sldChg>
      <pc:sldChg chg="addSp delSp modSp add mod">
        <pc:chgData name="Gorlekoppa, Shidlingayya" userId="87b2455b-f068-46d1-82f6-ecda64ed59a5" providerId="ADAL" clId="{506096AB-E4FC-4885-BCD6-E311F6E0207E}" dt="2022-01-17T05:27:11.959" v="2229" actId="14100"/>
        <pc:sldMkLst>
          <pc:docMk/>
          <pc:sldMk cId="3937907067" sldId="261"/>
        </pc:sldMkLst>
        <pc:spChg chg="add mod">
          <ac:chgData name="Gorlekoppa, Shidlingayya" userId="87b2455b-f068-46d1-82f6-ecda64ed59a5" providerId="ADAL" clId="{506096AB-E4FC-4885-BCD6-E311F6E0207E}" dt="2022-01-17T05:22:35.865" v="2222" actId="20577"/>
          <ac:spMkLst>
            <pc:docMk/>
            <pc:sldMk cId="3937907067" sldId="261"/>
            <ac:spMk id="5" creationId="{BD7FE460-D949-40B4-B0B2-74A80DB9E014}"/>
          </ac:spMkLst>
        </pc:spChg>
        <pc:spChg chg="mod">
          <ac:chgData name="Gorlekoppa, Shidlingayya" userId="87b2455b-f068-46d1-82f6-ecda64ed59a5" providerId="ADAL" clId="{506096AB-E4FC-4885-BCD6-E311F6E0207E}" dt="2022-01-17T04:54:22.549" v="1847" actId="14100"/>
          <ac:spMkLst>
            <pc:docMk/>
            <pc:sldMk cId="3937907067" sldId="261"/>
            <ac:spMk id="9" creationId="{66D7B1FC-D891-43C2-921A-2FF7F550ED12}"/>
          </ac:spMkLst>
        </pc:spChg>
        <pc:spChg chg="del mod">
          <ac:chgData name="Gorlekoppa, Shidlingayya" userId="87b2455b-f068-46d1-82f6-ecda64ed59a5" providerId="ADAL" clId="{506096AB-E4FC-4885-BCD6-E311F6E0207E}" dt="2022-01-17T04:54:23.277" v="1849"/>
          <ac:spMkLst>
            <pc:docMk/>
            <pc:sldMk cId="3937907067" sldId="261"/>
            <ac:spMk id="17" creationId="{2C7708D2-88F5-48DA-AA03-8EE8E28394F5}"/>
          </ac:spMkLst>
        </pc:spChg>
        <pc:picChg chg="add del mod">
          <ac:chgData name="Gorlekoppa, Shidlingayya" userId="87b2455b-f068-46d1-82f6-ecda64ed59a5" providerId="ADAL" clId="{506096AB-E4FC-4885-BCD6-E311F6E0207E}" dt="2022-01-17T05:21:35.971" v="2208" actId="22"/>
          <ac:picMkLst>
            <pc:docMk/>
            <pc:sldMk cId="3937907067" sldId="261"/>
            <ac:picMk id="3" creationId="{4BB55A97-F3B3-4E16-9601-E2BFC9664020}"/>
          </ac:picMkLst>
        </pc:picChg>
        <pc:picChg chg="add del mod">
          <ac:chgData name="Gorlekoppa, Shidlingayya" userId="87b2455b-f068-46d1-82f6-ecda64ed59a5" providerId="ADAL" clId="{506096AB-E4FC-4885-BCD6-E311F6E0207E}" dt="2022-01-17T05:21:59.613" v="2216" actId="22"/>
          <ac:picMkLst>
            <pc:docMk/>
            <pc:sldMk cId="3937907067" sldId="261"/>
            <ac:picMk id="6" creationId="{A8B3035B-8EEF-40BB-BB38-E602D629E01E}"/>
          </ac:picMkLst>
        </pc:picChg>
        <pc:picChg chg="add mod">
          <ac:chgData name="Gorlekoppa, Shidlingayya" userId="87b2455b-f068-46d1-82f6-ecda64ed59a5" providerId="ADAL" clId="{506096AB-E4FC-4885-BCD6-E311F6E0207E}" dt="2022-01-17T05:27:11.959" v="2229" actId="14100"/>
          <ac:picMkLst>
            <pc:docMk/>
            <pc:sldMk cId="3937907067" sldId="261"/>
            <ac:picMk id="8" creationId="{2867A5DB-7DEB-4B79-9298-719A16C5E672}"/>
          </ac:picMkLst>
        </pc:picChg>
        <pc:picChg chg="del">
          <ac:chgData name="Gorlekoppa, Shidlingayya" userId="87b2455b-f068-46d1-82f6-ecda64ed59a5" providerId="ADAL" clId="{506096AB-E4FC-4885-BCD6-E311F6E0207E}" dt="2022-01-17T04:54:00.174" v="1801" actId="478"/>
          <ac:picMkLst>
            <pc:docMk/>
            <pc:sldMk cId="3937907067" sldId="261"/>
            <ac:picMk id="19" creationId="{2F049E57-1062-4B8F-B02C-9CB25263A93F}"/>
          </ac:picMkLst>
        </pc:picChg>
      </pc:sldChg>
    </pc:docChg>
  </pc:docChgLst>
  <pc:docChgLst>
    <pc:chgData name="Gorlekoppa, Shidlingayya" userId="87b2455b-f068-46d1-82f6-ecda64ed59a5" providerId="ADAL" clId="{5B9C2081-F03A-4B6F-A133-166E5F419D32}"/>
    <pc:docChg chg="delSld modSld">
      <pc:chgData name="Gorlekoppa, Shidlingayya" userId="87b2455b-f068-46d1-82f6-ecda64ed59a5" providerId="ADAL" clId="{5B9C2081-F03A-4B6F-A133-166E5F419D32}" dt="2022-01-16T08:20:01.632" v="26" actId="20577"/>
      <pc:docMkLst>
        <pc:docMk/>
      </pc:docMkLst>
      <pc:sldChg chg="modSp mod">
        <pc:chgData name="Gorlekoppa, Shidlingayya" userId="87b2455b-f068-46d1-82f6-ecda64ed59a5" providerId="ADAL" clId="{5B9C2081-F03A-4B6F-A133-166E5F419D32}" dt="2022-01-16T08:20:01.632" v="26" actId="20577"/>
        <pc:sldMkLst>
          <pc:docMk/>
          <pc:sldMk cId="3835813386" sldId="256"/>
        </pc:sldMkLst>
        <pc:spChg chg="mod">
          <ac:chgData name="Gorlekoppa, Shidlingayya" userId="87b2455b-f068-46d1-82f6-ecda64ed59a5" providerId="ADAL" clId="{5B9C2081-F03A-4B6F-A133-166E5F419D32}" dt="2022-01-16T08:19:44.337" v="24" actId="20577"/>
          <ac:spMkLst>
            <pc:docMk/>
            <pc:sldMk cId="3835813386" sldId="256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5B9C2081-F03A-4B6F-A133-166E5F419D32}" dt="2022-01-16T08:20:01.632" v="26" actId="20577"/>
          <ac:spMkLst>
            <pc:docMk/>
            <pc:sldMk cId="3835813386" sldId="256"/>
            <ac:spMk id="4" creationId="{00000000-0000-0000-0000-000000000000}"/>
          </ac:spMkLst>
        </pc:spChg>
      </pc:sldChg>
      <pc:sldChg chg="del">
        <pc:chgData name="Gorlekoppa, Shidlingayya" userId="87b2455b-f068-46d1-82f6-ecda64ed59a5" providerId="ADAL" clId="{5B9C2081-F03A-4B6F-A133-166E5F419D32}" dt="2022-01-16T08:19:32.078" v="0" actId="47"/>
        <pc:sldMkLst>
          <pc:docMk/>
          <pc:sldMk cId="805380174" sldId="257"/>
        </pc:sldMkLst>
      </pc:sldChg>
      <pc:sldChg chg="del">
        <pc:chgData name="Gorlekoppa, Shidlingayya" userId="87b2455b-f068-46d1-82f6-ecda64ed59a5" providerId="ADAL" clId="{5B9C2081-F03A-4B6F-A133-166E5F419D32}" dt="2022-01-16T08:19:32.288" v="1" actId="47"/>
        <pc:sldMkLst>
          <pc:docMk/>
          <pc:sldMk cId="1132912506" sldId="258"/>
        </pc:sldMkLst>
      </pc:sldChg>
      <pc:sldChg chg="del">
        <pc:chgData name="Gorlekoppa, Shidlingayya" userId="87b2455b-f068-46d1-82f6-ecda64ed59a5" providerId="ADAL" clId="{5B9C2081-F03A-4B6F-A133-166E5F419D32}" dt="2022-01-16T08:19:32.460" v="2" actId="47"/>
        <pc:sldMkLst>
          <pc:docMk/>
          <pc:sldMk cId="2946431382" sldId="259"/>
        </pc:sldMkLst>
      </pc:sldChg>
      <pc:sldChg chg="del">
        <pc:chgData name="Gorlekoppa, Shidlingayya" userId="87b2455b-f068-46d1-82f6-ecda64ed59a5" providerId="ADAL" clId="{5B9C2081-F03A-4B6F-A133-166E5F419D32}" dt="2022-01-16T08:19:32.675" v="3" actId="47"/>
        <pc:sldMkLst>
          <pc:docMk/>
          <pc:sldMk cId="141951603" sldId="263"/>
        </pc:sldMkLst>
      </pc:sldChg>
      <pc:sldChg chg="del">
        <pc:chgData name="Gorlekoppa, Shidlingayya" userId="87b2455b-f068-46d1-82f6-ecda64ed59a5" providerId="ADAL" clId="{5B9C2081-F03A-4B6F-A133-166E5F419D32}" dt="2022-01-16T08:19:33.495" v="8" actId="47"/>
        <pc:sldMkLst>
          <pc:docMk/>
          <pc:sldMk cId="3575745602" sldId="264"/>
        </pc:sldMkLst>
      </pc:sldChg>
      <pc:sldChg chg="del">
        <pc:chgData name="Gorlekoppa, Shidlingayya" userId="87b2455b-f068-46d1-82f6-ecda64ed59a5" providerId="ADAL" clId="{5B9C2081-F03A-4B6F-A133-166E5F419D32}" dt="2022-01-16T08:19:33.676" v="9" actId="47"/>
        <pc:sldMkLst>
          <pc:docMk/>
          <pc:sldMk cId="2110282381" sldId="265"/>
        </pc:sldMkLst>
      </pc:sldChg>
      <pc:sldChg chg="del">
        <pc:chgData name="Gorlekoppa, Shidlingayya" userId="87b2455b-f068-46d1-82f6-ecda64ed59a5" providerId="ADAL" clId="{5B9C2081-F03A-4B6F-A133-166E5F419D32}" dt="2022-01-16T08:19:34.240" v="12" actId="47"/>
        <pc:sldMkLst>
          <pc:docMk/>
          <pc:sldMk cId="963001928" sldId="266"/>
        </pc:sldMkLst>
      </pc:sldChg>
      <pc:sldChg chg="del">
        <pc:chgData name="Gorlekoppa, Shidlingayya" userId="87b2455b-f068-46d1-82f6-ecda64ed59a5" providerId="ADAL" clId="{5B9C2081-F03A-4B6F-A133-166E5F419D32}" dt="2022-01-16T08:19:34.404" v="13" actId="47"/>
        <pc:sldMkLst>
          <pc:docMk/>
          <pc:sldMk cId="4238619791" sldId="267"/>
        </pc:sldMkLst>
      </pc:sldChg>
      <pc:sldChg chg="del">
        <pc:chgData name="Gorlekoppa, Shidlingayya" userId="87b2455b-f068-46d1-82f6-ecda64ed59a5" providerId="ADAL" clId="{5B9C2081-F03A-4B6F-A133-166E5F419D32}" dt="2022-01-16T08:19:34.590" v="14" actId="47"/>
        <pc:sldMkLst>
          <pc:docMk/>
          <pc:sldMk cId="1046698558" sldId="268"/>
        </pc:sldMkLst>
      </pc:sldChg>
      <pc:sldChg chg="del">
        <pc:chgData name="Gorlekoppa, Shidlingayya" userId="87b2455b-f068-46d1-82f6-ecda64ed59a5" providerId="ADAL" clId="{5B9C2081-F03A-4B6F-A133-166E5F419D32}" dt="2022-01-16T08:19:32.804" v="4" actId="47"/>
        <pc:sldMkLst>
          <pc:docMk/>
          <pc:sldMk cId="1754414761" sldId="269"/>
        </pc:sldMkLst>
      </pc:sldChg>
      <pc:sldChg chg="del">
        <pc:chgData name="Gorlekoppa, Shidlingayya" userId="87b2455b-f068-46d1-82f6-ecda64ed59a5" providerId="ADAL" clId="{5B9C2081-F03A-4B6F-A133-166E5F419D32}" dt="2022-01-16T08:19:34.807" v="15" actId="47"/>
        <pc:sldMkLst>
          <pc:docMk/>
          <pc:sldMk cId="4276731977" sldId="270"/>
        </pc:sldMkLst>
      </pc:sldChg>
      <pc:sldChg chg="del">
        <pc:chgData name="Gorlekoppa, Shidlingayya" userId="87b2455b-f068-46d1-82f6-ecda64ed59a5" providerId="ADAL" clId="{5B9C2081-F03A-4B6F-A133-166E5F419D32}" dt="2022-01-16T08:19:33.867" v="10" actId="47"/>
        <pc:sldMkLst>
          <pc:docMk/>
          <pc:sldMk cId="3667225231" sldId="271"/>
        </pc:sldMkLst>
      </pc:sldChg>
      <pc:sldChg chg="del">
        <pc:chgData name="Gorlekoppa, Shidlingayya" userId="87b2455b-f068-46d1-82f6-ecda64ed59a5" providerId="ADAL" clId="{5B9C2081-F03A-4B6F-A133-166E5F419D32}" dt="2022-01-16T08:19:34.046" v="11" actId="47"/>
        <pc:sldMkLst>
          <pc:docMk/>
          <pc:sldMk cId="497160417" sldId="272"/>
        </pc:sldMkLst>
      </pc:sldChg>
      <pc:sldChg chg="del">
        <pc:chgData name="Gorlekoppa, Shidlingayya" userId="87b2455b-f068-46d1-82f6-ecda64ed59a5" providerId="ADAL" clId="{5B9C2081-F03A-4B6F-A133-166E5F419D32}" dt="2022-01-16T08:19:32.991" v="5" actId="47"/>
        <pc:sldMkLst>
          <pc:docMk/>
          <pc:sldMk cId="1707115486" sldId="273"/>
        </pc:sldMkLst>
      </pc:sldChg>
      <pc:sldChg chg="del">
        <pc:chgData name="Gorlekoppa, Shidlingayya" userId="87b2455b-f068-46d1-82f6-ecda64ed59a5" providerId="ADAL" clId="{5B9C2081-F03A-4B6F-A133-166E5F419D32}" dt="2022-01-16T08:19:33.146" v="6" actId="47"/>
        <pc:sldMkLst>
          <pc:docMk/>
          <pc:sldMk cId="1765613754" sldId="274"/>
        </pc:sldMkLst>
      </pc:sldChg>
      <pc:sldChg chg="del">
        <pc:chgData name="Gorlekoppa, Shidlingayya" userId="87b2455b-f068-46d1-82f6-ecda64ed59a5" providerId="ADAL" clId="{5B9C2081-F03A-4B6F-A133-166E5F419D32}" dt="2022-01-16T08:19:33.325" v="7" actId="47"/>
        <pc:sldMkLst>
          <pc:docMk/>
          <pc:sldMk cId="3687113003" sldId="275"/>
        </pc:sldMkLst>
      </pc:sldChg>
    </pc:docChg>
  </pc:docChgLst>
  <pc:docChgLst>
    <pc:chgData name="Gorlekoppa, Shidlingayya" userId="87b2455b-f068-46d1-82f6-ecda64ed59a5" providerId="ADAL" clId="{534960F1-92D7-4B3F-8666-ED085EA82653}"/>
    <pc:docChg chg="undo custSel addSld modSld sldOrd">
      <pc:chgData name="Gorlekoppa, Shidlingayya" userId="87b2455b-f068-46d1-82f6-ecda64ed59a5" providerId="ADAL" clId="{534960F1-92D7-4B3F-8666-ED085EA82653}" dt="2022-07-02T04:23:05.483" v="1738" actId="27636"/>
      <pc:docMkLst>
        <pc:docMk/>
      </pc:docMkLst>
      <pc:sldChg chg="modSp mod">
        <pc:chgData name="Gorlekoppa, Shidlingayya" userId="87b2455b-f068-46d1-82f6-ecda64ed59a5" providerId="ADAL" clId="{534960F1-92D7-4B3F-8666-ED085EA82653}" dt="2022-07-02T04:20:41.320" v="1727" actId="115"/>
        <pc:sldMkLst>
          <pc:docMk/>
          <pc:sldMk cId="3835813386" sldId="256"/>
        </pc:sldMkLst>
        <pc:spChg chg="mod">
          <ac:chgData name="Gorlekoppa, Shidlingayya" userId="87b2455b-f068-46d1-82f6-ecda64ed59a5" providerId="ADAL" clId="{534960F1-92D7-4B3F-8666-ED085EA82653}" dt="2022-07-02T04:20:41.320" v="1727" actId="115"/>
          <ac:spMkLst>
            <pc:docMk/>
            <pc:sldMk cId="3835813386" sldId="256"/>
            <ac:spMk id="4" creationId="{00000000-0000-0000-0000-000000000000}"/>
          </ac:spMkLst>
        </pc:spChg>
      </pc:sldChg>
      <pc:sldChg chg="modSp mod">
        <pc:chgData name="Gorlekoppa, Shidlingayya" userId="87b2455b-f068-46d1-82f6-ecda64ed59a5" providerId="ADAL" clId="{534960F1-92D7-4B3F-8666-ED085EA82653}" dt="2022-07-02T04:23:05.483" v="1738" actId="27636"/>
        <pc:sldMkLst>
          <pc:docMk/>
          <pc:sldMk cId="1057366189" sldId="262"/>
        </pc:sldMkLst>
        <pc:spChg chg="mod">
          <ac:chgData name="Gorlekoppa, Shidlingayya" userId="87b2455b-f068-46d1-82f6-ecda64ed59a5" providerId="ADAL" clId="{534960F1-92D7-4B3F-8666-ED085EA82653}" dt="2022-07-02T04:23:05.483" v="1738" actId="27636"/>
          <ac:spMkLst>
            <pc:docMk/>
            <pc:sldMk cId="1057366189" sldId="262"/>
            <ac:spMk id="9" creationId="{66D7B1FC-D891-43C2-921A-2FF7F550ED12}"/>
          </ac:spMkLst>
        </pc:spChg>
      </pc:sldChg>
      <pc:sldChg chg="modSp mod">
        <pc:chgData name="Gorlekoppa, Shidlingayya" userId="87b2455b-f068-46d1-82f6-ecda64ed59a5" providerId="ADAL" clId="{534960F1-92D7-4B3F-8666-ED085EA82653}" dt="2022-06-23T04:45:04.937" v="1" actId="115"/>
        <pc:sldMkLst>
          <pc:docMk/>
          <pc:sldMk cId="2144916204" sldId="270"/>
        </pc:sldMkLst>
        <pc:spChg chg="mod">
          <ac:chgData name="Gorlekoppa, Shidlingayya" userId="87b2455b-f068-46d1-82f6-ecda64ed59a5" providerId="ADAL" clId="{534960F1-92D7-4B3F-8666-ED085EA82653}" dt="2022-06-23T04:45:04.937" v="1" actId="115"/>
          <ac:spMkLst>
            <pc:docMk/>
            <pc:sldMk cId="2144916204" sldId="270"/>
            <ac:spMk id="5" creationId="{BD7FE460-D949-40B4-B0B2-74A80DB9E014}"/>
          </ac:spMkLst>
        </pc:spChg>
      </pc:sldChg>
      <pc:sldChg chg="addSp delSp modSp mod">
        <pc:chgData name="Gorlekoppa, Shidlingayya" userId="87b2455b-f068-46d1-82f6-ecda64ed59a5" providerId="ADAL" clId="{534960F1-92D7-4B3F-8666-ED085EA82653}" dt="2022-06-23T06:02:49.308" v="51" actId="1076"/>
        <pc:sldMkLst>
          <pc:docMk/>
          <pc:sldMk cId="1688101941" sldId="271"/>
        </pc:sldMkLst>
        <pc:spChg chg="mod">
          <ac:chgData name="Gorlekoppa, Shidlingayya" userId="87b2455b-f068-46d1-82f6-ecda64ed59a5" providerId="ADAL" clId="{534960F1-92D7-4B3F-8666-ED085EA82653}" dt="2022-06-23T06:02:41.880" v="48"/>
          <ac:spMkLst>
            <pc:docMk/>
            <pc:sldMk cId="1688101941" sldId="271"/>
            <ac:spMk id="5" creationId="{BD7FE460-D949-40B4-B0B2-74A80DB9E014}"/>
          </ac:spMkLst>
        </pc:spChg>
        <pc:spChg chg="add del mod">
          <ac:chgData name="Gorlekoppa, Shidlingayya" userId="87b2455b-f068-46d1-82f6-ecda64ed59a5" providerId="ADAL" clId="{534960F1-92D7-4B3F-8666-ED085EA82653}" dt="2022-06-23T06:02:18.044" v="30"/>
          <ac:spMkLst>
            <pc:docMk/>
            <pc:sldMk cId="1688101941" sldId="271"/>
            <ac:spMk id="7" creationId="{9172B76C-EFDC-4BD8-8B4B-24395FED45A1}"/>
          </ac:spMkLst>
        </pc:spChg>
        <pc:picChg chg="mod">
          <ac:chgData name="Gorlekoppa, Shidlingayya" userId="87b2455b-f068-46d1-82f6-ecda64ed59a5" providerId="ADAL" clId="{534960F1-92D7-4B3F-8666-ED085EA82653}" dt="2022-06-23T06:02:49.308" v="51" actId="1076"/>
          <ac:picMkLst>
            <pc:docMk/>
            <pc:sldMk cId="1688101941" sldId="271"/>
            <ac:picMk id="3" creationId="{9BBA40CA-4835-4905-9453-9073822BA6F1}"/>
          </ac:picMkLst>
        </pc:picChg>
        <pc:picChg chg="mod">
          <ac:chgData name="Gorlekoppa, Shidlingayya" userId="87b2455b-f068-46d1-82f6-ecda64ed59a5" providerId="ADAL" clId="{534960F1-92D7-4B3F-8666-ED085EA82653}" dt="2022-06-23T06:02:47.379" v="50" actId="1076"/>
          <ac:picMkLst>
            <pc:docMk/>
            <pc:sldMk cId="1688101941" sldId="271"/>
            <ac:picMk id="6" creationId="{5D3570AB-6678-43C1-971D-22ECE550AE33}"/>
          </ac:picMkLst>
        </pc:picChg>
      </pc:sldChg>
      <pc:sldChg chg="addSp delSp modSp mod">
        <pc:chgData name="Gorlekoppa, Shidlingayya" userId="87b2455b-f068-46d1-82f6-ecda64ed59a5" providerId="ADAL" clId="{534960F1-92D7-4B3F-8666-ED085EA82653}" dt="2022-06-23T07:22:36.069" v="1541" actId="115"/>
        <pc:sldMkLst>
          <pc:docMk/>
          <pc:sldMk cId="1951654214" sldId="272"/>
        </pc:sldMkLst>
        <pc:spChg chg="add del mod">
          <ac:chgData name="Gorlekoppa, Shidlingayya" userId="87b2455b-f068-46d1-82f6-ecda64ed59a5" providerId="ADAL" clId="{534960F1-92D7-4B3F-8666-ED085EA82653}" dt="2022-06-23T06:33:50.178" v="172" actId="478"/>
          <ac:spMkLst>
            <pc:docMk/>
            <pc:sldMk cId="1951654214" sldId="272"/>
            <ac:spMk id="4" creationId="{A2BD8C15-7CD5-4BDA-80B9-B2E3841B974A}"/>
          </ac:spMkLst>
        </pc:spChg>
        <pc:spChg chg="add del mod">
          <ac:chgData name="Gorlekoppa, Shidlingayya" userId="87b2455b-f068-46d1-82f6-ecda64ed59a5" providerId="ADAL" clId="{534960F1-92D7-4B3F-8666-ED085EA82653}" dt="2022-06-23T06:02:33.486" v="43"/>
          <ac:spMkLst>
            <pc:docMk/>
            <pc:sldMk cId="1951654214" sldId="272"/>
            <ac:spMk id="5" creationId="{BD7FE460-D949-40B4-B0B2-74A80DB9E014}"/>
          </ac:spMkLst>
        </pc:spChg>
        <pc:spChg chg="add mod">
          <ac:chgData name="Gorlekoppa, Shidlingayya" userId="87b2455b-f068-46d1-82f6-ecda64ed59a5" providerId="ADAL" clId="{534960F1-92D7-4B3F-8666-ED085EA82653}" dt="2022-06-23T07:22:36.069" v="1541" actId="115"/>
          <ac:spMkLst>
            <pc:docMk/>
            <pc:sldMk cId="1951654214" sldId="272"/>
            <ac:spMk id="6" creationId="{394EA393-2700-4F96-BD0E-514C42F54F03}"/>
          </ac:spMkLst>
        </pc:spChg>
        <pc:spChg chg="add mod">
          <ac:chgData name="Gorlekoppa, Shidlingayya" userId="87b2455b-f068-46d1-82f6-ecda64ed59a5" providerId="ADAL" clId="{534960F1-92D7-4B3F-8666-ED085EA82653}" dt="2022-06-23T06:38:03.197" v="503" actId="1076"/>
          <ac:spMkLst>
            <pc:docMk/>
            <pc:sldMk cId="1951654214" sldId="272"/>
            <ac:spMk id="8" creationId="{CA35400B-805A-4324-BC3F-BB5F8AFB23D3}"/>
          </ac:spMkLst>
        </pc:spChg>
        <pc:spChg chg="mod">
          <ac:chgData name="Gorlekoppa, Shidlingayya" userId="87b2455b-f068-46d1-82f6-ecda64ed59a5" providerId="ADAL" clId="{534960F1-92D7-4B3F-8666-ED085EA82653}" dt="2022-06-23T06:33:10.262" v="155" actId="14100"/>
          <ac:spMkLst>
            <pc:docMk/>
            <pc:sldMk cId="1951654214" sldId="272"/>
            <ac:spMk id="9" creationId="{66D7B1FC-D891-43C2-921A-2FF7F550ED12}"/>
          </ac:spMkLst>
        </pc:spChg>
        <pc:spChg chg="add mod">
          <ac:chgData name="Gorlekoppa, Shidlingayya" userId="87b2455b-f068-46d1-82f6-ecda64ed59a5" providerId="ADAL" clId="{534960F1-92D7-4B3F-8666-ED085EA82653}" dt="2022-06-23T06:43:24.148" v="723" actId="1076"/>
          <ac:spMkLst>
            <pc:docMk/>
            <pc:sldMk cId="1951654214" sldId="272"/>
            <ac:spMk id="11" creationId="{E5660366-2E5B-4FB5-8142-025F438002F7}"/>
          </ac:spMkLst>
        </pc:spChg>
        <pc:picChg chg="add mod">
          <ac:chgData name="Gorlekoppa, Shidlingayya" userId="87b2455b-f068-46d1-82f6-ecda64ed59a5" providerId="ADAL" clId="{534960F1-92D7-4B3F-8666-ED085EA82653}" dt="2022-06-23T06:35:57.337" v="415" actId="108"/>
          <ac:picMkLst>
            <pc:docMk/>
            <pc:sldMk cId="1951654214" sldId="272"/>
            <ac:picMk id="3" creationId="{93BCD59C-5053-4DF6-A1AE-A14460EBBBB8}"/>
          </ac:picMkLst>
        </pc:picChg>
        <pc:picChg chg="add mod">
          <ac:chgData name="Gorlekoppa, Shidlingayya" userId="87b2455b-f068-46d1-82f6-ecda64ed59a5" providerId="ADAL" clId="{534960F1-92D7-4B3F-8666-ED085EA82653}" dt="2022-06-23T06:42:55.997" v="719" actId="108"/>
          <ac:picMkLst>
            <pc:docMk/>
            <pc:sldMk cId="1951654214" sldId="272"/>
            <ac:picMk id="10" creationId="{A86672EC-347B-42D9-A4AD-B0EF9FD4D79F}"/>
          </ac:picMkLst>
        </pc:picChg>
      </pc:sldChg>
      <pc:sldChg chg="addSp delSp modSp add mod">
        <pc:chgData name="Gorlekoppa, Shidlingayya" userId="87b2455b-f068-46d1-82f6-ecda64ed59a5" providerId="ADAL" clId="{534960F1-92D7-4B3F-8666-ED085EA82653}" dt="2022-06-23T07:00:19.425" v="979" actId="115"/>
        <pc:sldMkLst>
          <pc:docMk/>
          <pc:sldMk cId="1690864414" sldId="273"/>
        </pc:sldMkLst>
        <pc:spChg chg="mod">
          <ac:chgData name="Gorlekoppa, Shidlingayya" userId="87b2455b-f068-46d1-82f6-ecda64ed59a5" providerId="ADAL" clId="{534960F1-92D7-4B3F-8666-ED085EA82653}" dt="2022-06-23T07:00:19.425" v="979" actId="115"/>
          <ac:spMkLst>
            <pc:docMk/>
            <pc:sldMk cId="1690864414" sldId="273"/>
            <ac:spMk id="6" creationId="{394EA393-2700-4F96-BD0E-514C42F54F03}"/>
          </ac:spMkLst>
        </pc:spChg>
        <pc:spChg chg="del mod">
          <ac:chgData name="Gorlekoppa, Shidlingayya" userId="87b2455b-f068-46d1-82f6-ecda64ed59a5" providerId="ADAL" clId="{534960F1-92D7-4B3F-8666-ED085EA82653}" dt="2022-06-23T06:58:58.289" v="897" actId="478"/>
          <ac:spMkLst>
            <pc:docMk/>
            <pc:sldMk cId="1690864414" sldId="273"/>
            <ac:spMk id="8" creationId="{CA35400B-805A-4324-BC3F-BB5F8AFB23D3}"/>
          </ac:spMkLst>
        </pc:spChg>
        <pc:spChg chg="add del">
          <ac:chgData name="Gorlekoppa, Shidlingayya" userId="87b2455b-f068-46d1-82f6-ecda64ed59a5" providerId="ADAL" clId="{534960F1-92D7-4B3F-8666-ED085EA82653}" dt="2022-06-23T06:56:37.250" v="890" actId="478"/>
          <ac:spMkLst>
            <pc:docMk/>
            <pc:sldMk cId="1690864414" sldId="273"/>
            <ac:spMk id="11" creationId="{E5660366-2E5B-4FB5-8142-025F438002F7}"/>
          </ac:spMkLst>
        </pc:spChg>
        <pc:picChg chg="del">
          <ac:chgData name="Gorlekoppa, Shidlingayya" userId="87b2455b-f068-46d1-82f6-ecda64ed59a5" providerId="ADAL" clId="{534960F1-92D7-4B3F-8666-ED085EA82653}" dt="2022-06-23T06:59:05.110" v="899" actId="478"/>
          <ac:picMkLst>
            <pc:docMk/>
            <pc:sldMk cId="1690864414" sldId="273"/>
            <ac:picMk id="3" creationId="{93BCD59C-5053-4DF6-A1AE-A14460EBBBB8}"/>
          </ac:picMkLst>
        </pc:picChg>
        <pc:picChg chg="del">
          <ac:chgData name="Gorlekoppa, Shidlingayya" userId="87b2455b-f068-46d1-82f6-ecda64ed59a5" providerId="ADAL" clId="{534960F1-92D7-4B3F-8666-ED085EA82653}" dt="2022-06-23T06:56:29.067" v="887" actId="478"/>
          <ac:picMkLst>
            <pc:docMk/>
            <pc:sldMk cId="1690864414" sldId="273"/>
            <ac:picMk id="10" creationId="{A86672EC-347B-42D9-A4AD-B0EF9FD4D79F}"/>
          </ac:picMkLst>
        </pc:picChg>
      </pc:sldChg>
      <pc:sldChg chg="addSp delSp modSp add mod ord">
        <pc:chgData name="Gorlekoppa, Shidlingayya" userId="87b2455b-f068-46d1-82f6-ecda64ed59a5" providerId="ADAL" clId="{534960F1-92D7-4B3F-8666-ED085EA82653}" dt="2022-06-23T07:12:14.839" v="1411" actId="20577"/>
        <pc:sldMkLst>
          <pc:docMk/>
          <pc:sldMk cId="3646875984" sldId="274"/>
        </pc:sldMkLst>
        <pc:spChg chg="mod">
          <ac:chgData name="Gorlekoppa, Shidlingayya" userId="87b2455b-f068-46d1-82f6-ecda64ed59a5" providerId="ADAL" clId="{534960F1-92D7-4B3F-8666-ED085EA82653}" dt="2022-06-23T07:12:14.839" v="1411" actId="20577"/>
          <ac:spMkLst>
            <pc:docMk/>
            <pc:sldMk cId="3646875984" sldId="274"/>
            <ac:spMk id="6" creationId="{394EA393-2700-4F96-BD0E-514C42F54F03}"/>
          </ac:spMkLst>
        </pc:spChg>
        <pc:spChg chg="add del mod">
          <ac:chgData name="Gorlekoppa, Shidlingayya" userId="87b2455b-f068-46d1-82f6-ecda64ed59a5" providerId="ADAL" clId="{534960F1-92D7-4B3F-8666-ED085EA82653}" dt="2022-06-23T07:11:47.471" v="1408" actId="478"/>
          <ac:spMkLst>
            <pc:docMk/>
            <pc:sldMk cId="3646875984" sldId="274"/>
            <ac:spMk id="7" creationId="{2446B474-33CD-4B10-96A2-15134DD69B8E}"/>
          </ac:spMkLst>
        </pc:spChg>
        <pc:spChg chg="mod">
          <ac:chgData name="Gorlekoppa, Shidlingayya" userId="87b2455b-f068-46d1-82f6-ecda64ed59a5" providerId="ADAL" clId="{534960F1-92D7-4B3F-8666-ED085EA82653}" dt="2022-06-23T07:05:08.788" v="999" actId="14100"/>
          <ac:spMkLst>
            <pc:docMk/>
            <pc:sldMk cId="3646875984" sldId="274"/>
            <ac:spMk id="9" creationId="{66D7B1FC-D891-43C2-921A-2FF7F550ED12}"/>
          </ac:spMkLst>
        </pc:spChg>
        <pc:picChg chg="add mod">
          <ac:chgData name="Gorlekoppa, Shidlingayya" userId="87b2455b-f068-46d1-82f6-ecda64ed59a5" providerId="ADAL" clId="{534960F1-92D7-4B3F-8666-ED085EA82653}" dt="2022-06-23T07:09:25.175" v="1248" actId="108"/>
          <ac:picMkLst>
            <pc:docMk/>
            <pc:sldMk cId="3646875984" sldId="274"/>
            <ac:picMk id="3" creationId="{D3700BF6-F134-4E7D-994A-9FE208BC9974}"/>
          </ac:picMkLst>
        </pc:picChg>
      </pc:sldChg>
      <pc:sldChg chg="addSp delSp modSp add mod">
        <pc:chgData name="Gorlekoppa, Shidlingayya" userId="87b2455b-f068-46d1-82f6-ecda64ed59a5" providerId="ADAL" clId="{534960F1-92D7-4B3F-8666-ED085EA82653}" dt="2022-06-23T07:21:34.613" v="1534" actId="1076"/>
        <pc:sldMkLst>
          <pc:docMk/>
          <pc:sldMk cId="3629323104" sldId="275"/>
        </pc:sldMkLst>
        <pc:spChg chg="mod">
          <ac:chgData name="Gorlekoppa, Shidlingayya" userId="87b2455b-f068-46d1-82f6-ecda64ed59a5" providerId="ADAL" clId="{534960F1-92D7-4B3F-8666-ED085EA82653}" dt="2022-06-23T07:14:01.092" v="1463" actId="115"/>
          <ac:spMkLst>
            <pc:docMk/>
            <pc:sldMk cId="3629323104" sldId="275"/>
            <ac:spMk id="6" creationId="{394EA393-2700-4F96-BD0E-514C42F54F03}"/>
          </ac:spMkLst>
        </pc:spChg>
        <pc:spChg chg="add mod">
          <ac:chgData name="Gorlekoppa, Shidlingayya" userId="87b2455b-f068-46d1-82f6-ecda64ed59a5" providerId="ADAL" clId="{534960F1-92D7-4B3F-8666-ED085EA82653}" dt="2022-06-23T07:21:22.532" v="1528" actId="1076"/>
          <ac:spMkLst>
            <pc:docMk/>
            <pc:sldMk cId="3629323104" sldId="275"/>
            <ac:spMk id="8" creationId="{BB5AD6DA-6841-4A91-AC37-5E74AA0FC8B4}"/>
          </ac:spMkLst>
        </pc:spChg>
        <pc:spChg chg="mod">
          <ac:chgData name="Gorlekoppa, Shidlingayya" userId="87b2455b-f068-46d1-82f6-ecda64ed59a5" providerId="ADAL" clId="{534960F1-92D7-4B3F-8666-ED085EA82653}" dt="2022-06-23T07:14:15.012" v="1481" actId="14100"/>
          <ac:spMkLst>
            <pc:docMk/>
            <pc:sldMk cId="3629323104" sldId="275"/>
            <ac:spMk id="9" creationId="{66D7B1FC-D891-43C2-921A-2FF7F550ED12}"/>
          </ac:spMkLst>
        </pc:spChg>
        <pc:picChg chg="del">
          <ac:chgData name="Gorlekoppa, Shidlingayya" userId="87b2455b-f068-46d1-82f6-ecda64ed59a5" providerId="ADAL" clId="{534960F1-92D7-4B3F-8666-ED085EA82653}" dt="2022-06-23T07:13:00.073" v="1415" actId="478"/>
          <ac:picMkLst>
            <pc:docMk/>
            <pc:sldMk cId="3629323104" sldId="275"/>
            <ac:picMk id="3" creationId="{D3700BF6-F134-4E7D-994A-9FE208BC9974}"/>
          </ac:picMkLst>
        </pc:picChg>
        <pc:picChg chg="add del mod">
          <ac:chgData name="Gorlekoppa, Shidlingayya" userId="87b2455b-f068-46d1-82f6-ecda64ed59a5" providerId="ADAL" clId="{534960F1-92D7-4B3F-8666-ED085EA82653}" dt="2022-06-23T07:21:18.991" v="1527" actId="478"/>
          <ac:picMkLst>
            <pc:docMk/>
            <pc:sldMk cId="3629323104" sldId="275"/>
            <ac:picMk id="4" creationId="{F58EBA3A-BAF9-4056-A6C7-0136174B9269}"/>
          </ac:picMkLst>
        </pc:picChg>
        <pc:picChg chg="add mod">
          <ac:chgData name="Gorlekoppa, Shidlingayya" userId="87b2455b-f068-46d1-82f6-ecda64ed59a5" providerId="ADAL" clId="{534960F1-92D7-4B3F-8666-ED085EA82653}" dt="2022-06-23T07:21:34.613" v="1534" actId="1076"/>
          <ac:picMkLst>
            <pc:docMk/>
            <pc:sldMk cId="3629323104" sldId="275"/>
            <ac:picMk id="10" creationId="{DB1C44B8-4137-4620-BDDD-338F5944B2CC}"/>
          </ac:picMkLst>
        </pc:picChg>
      </pc:sldChg>
      <pc:sldChg chg="delSp modSp add mod">
        <pc:chgData name="Gorlekoppa, Shidlingayya" userId="87b2455b-f068-46d1-82f6-ecda64ed59a5" providerId="ADAL" clId="{534960F1-92D7-4B3F-8666-ED085EA82653}" dt="2022-07-02T04:21:37.287" v="1733" actId="115"/>
        <pc:sldMkLst>
          <pc:docMk/>
          <pc:sldMk cId="442406761" sldId="276"/>
        </pc:sldMkLst>
        <pc:spChg chg="mod">
          <ac:chgData name="Gorlekoppa, Shidlingayya" userId="87b2455b-f068-46d1-82f6-ecda64ed59a5" providerId="ADAL" clId="{534960F1-92D7-4B3F-8666-ED085EA82653}" dt="2022-07-02T04:21:37.287" v="1733" actId="115"/>
          <ac:spMkLst>
            <pc:docMk/>
            <pc:sldMk cId="442406761" sldId="276"/>
            <ac:spMk id="4" creationId="{00000000-0000-0000-0000-000000000000}"/>
          </ac:spMkLst>
        </pc:spChg>
        <pc:picChg chg="del">
          <ac:chgData name="Gorlekoppa, Shidlingayya" userId="87b2455b-f068-46d1-82f6-ecda64ed59a5" providerId="ADAL" clId="{534960F1-92D7-4B3F-8666-ED085EA82653}" dt="2022-06-23T07:28:38.305" v="1543" actId="478"/>
          <ac:picMkLst>
            <pc:docMk/>
            <pc:sldMk cId="442406761" sldId="276"/>
            <ac:picMk id="6" creationId="{C2C3B1BD-84EC-4501-B9EC-67D1F5837575}"/>
          </ac:picMkLst>
        </pc:picChg>
      </pc:sldChg>
    </pc:docChg>
  </pc:docChgLst>
  <pc:docChgLst>
    <pc:chgData name="Gorlekoppa, Shidlingayya" userId="87b2455b-f068-46d1-82f6-ecda64ed59a5" providerId="ADAL" clId="{0A31864A-4F4D-4247-9087-6D21C4407CE0}"/>
    <pc:docChg chg="modSld">
      <pc:chgData name="Gorlekoppa, Shidlingayya" userId="87b2455b-f068-46d1-82f6-ecda64ed59a5" providerId="ADAL" clId="{0A31864A-4F4D-4247-9087-6D21C4407CE0}" dt="2022-01-11T04:38:19.132" v="0" actId="6549"/>
      <pc:docMkLst>
        <pc:docMk/>
      </pc:docMkLst>
      <pc:sldChg chg="modSp mod">
        <pc:chgData name="Gorlekoppa, Shidlingayya" userId="87b2455b-f068-46d1-82f6-ecda64ed59a5" providerId="ADAL" clId="{0A31864A-4F4D-4247-9087-6D21C4407CE0}" dt="2022-01-11T04:38:19.132" v="0" actId="6549"/>
        <pc:sldMkLst>
          <pc:docMk/>
          <pc:sldMk cId="3835813386" sldId="256"/>
        </pc:sldMkLst>
        <pc:spChg chg="mod">
          <ac:chgData name="Gorlekoppa, Shidlingayya" userId="87b2455b-f068-46d1-82f6-ecda64ed59a5" providerId="ADAL" clId="{0A31864A-4F4D-4247-9087-6D21C4407CE0}" dt="2022-01-11T04:38:19.132" v="0" actId="6549"/>
          <ac:spMkLst>
            <pc:docMk/>
            <pc:sldMk cId="3835813386" sldId="256"/>
            <ac:spMk id="4" creationId="{00000000-0000-0000-0000-000000000000}"/>
          </ac:spMkLst>
        </pc:spChg>
      </pc:sldChg>
    </pc:docChg>
  </pc:docChgLst>
  <pc:docChgLst>
    <pc:chgData name="Gorlekoppa, Shidlingayya" userId="87b2455b-f068-46d1-82f6-ecda64ed59a5" providerId="ADAL" clId="{BD9426BB-E4C4-4647-A04A-6D5DDC4ACAB0}"/>
    <pc:docChg chg="custSel addSld modSld">
      <pc:chgData name="Gorlekoppa, Shidlingayya" userId="87b2455b-f068-46d1-82f6-ecda64ed59a5" providerId="ADAL" clId="{BD9426BB-E4C4-4647-A04A-6D5DDC4ACAB0}" dt="2022-03-22T12:09:47.531" v="736" actId="1076"/>
      <pc:docMkLst>
        <pc:docMk/>
      </pc:docMkLst>
      <pc:sldChg chg="addSp modSp mod">
        <pc:chgData name="Gorlekoppa, Shidlingayya" userId="87b2455b-f068-46d1-82f6-ecda64ed59a5" providerId="ADAL" clId="{BD9426BB-E4C4-4647-A04A-6D5DDC4ACAB0}" dt="2022-03-22T11:19:32.677" v="241" actId="20577"/>
        <pc:sldMkLst>
          <pc:docMk/>
          <pc:sldMk cId="2123808800" sldId="268"/>
        </pc:sldMkLst>
        <pc:spChg chg="mod">
          <ac:chgData name="Gorlekoppa, Shidlingayya" userId="87b2455b-f068-46d1-82f6-ecda64ed59a5" providerId="ADAL" clId="{BD9426BB-E4C4-4647-A04A-6D5DDC4ACAB0}" dt="2022-03-22T11:16:16.212" v="86" actId="20577"/>
          <ac:spMkLst>
            <pc:docMk/>
            <pc:sldMk cId="2123808800" sldId="268"/>
            <ac:spMk id="5" creationId="{BD7FE460-D949-40B4-B0B2-74A80DB9E014}"/>
          </ac:spMkLst>
        </pc:spChg>
        <pc:spChg chg="add mod">
          <ac:chgData name="Gorlekoppa, Shidlingayya" userId="87b2455b-f068-46d1-82f6-ecda64ed59a5" providerId="ADAL" clId="{BD9426BB-E4C4-4647-A04A-6D5DDC4ACAB0}" dt="2022-03-22T11:19:32.677" v="241" actId="20577"/>
          <ac:spMkLst>
            <pc:docMk/>
            <pc:sldMk cId="2123808800" sldId="268"/>
            <ac:spMk id="6" creationId="{45BAF92D-2F74-4937-A8E5-D9CD45D8ABBE}"/>
          </ac:spMkLst>
        </pc:spChg>
        <pc:picChg chg="add mod">
          <ac:chgData name="Gorlekoppa, Shidlingayya" userId="87b2455b-f068-46d1-82f6-ecda64ed59a5" providerId="ADAL" clId="{BD9426BB-E4C4-4647-A04A-6D5DDC4ACAB0}" dt="2022-03-22T11:17:44.313" v="92" actId="108"/>
          <ac:picMkLst>
            <pc:docMk/>
            <pc:sldMk cId="2123808800" sldId="268"/>
            <ac:picMk id="3" creationId="{BD2E3E81-C236-434E-9566-721DD6BE8699}"/>
          </ac:picMkLst>
        </pc:picChg>
      </pc:sldChg>
      <pc:sldChg chg="addSp delSp modSp add mod">
        <pc:chgData name="Gorlekoppa, Shidlingayya" userId="87b2455b-f068-46d1-82f6-ecda64ed59a5" providerId="ADAL" clId="{BD9426BB-E4C4-4647-A04A-6D5DDC4ACAB0}" dt="2022-03-22T11:23:20.691" v="543" actId="1076"/>
        <pc:sldMkLst>
          <pc:docMk/>
          <pc:sldMk cId="1650800962" sldId="269"/>
        </pc:sldMkLst>
        <pc:spChg chg="mod">
          <ac:chgData name="Gorlekoppa, Shidlingayya" userId="87b2455b-f068-46d1-82f6-ecda64ed59a5" providerId="ADAL" clId="{BD9426BB-E4C4-4647-A04A-6D5DDC4ACAB0}" dt="2022-03-22T11:19:52.485" v="299" actId="20577"/>
          <ac:spMkLst>
            <pc:docMk/>
            <pc:sldMk cId="1650800962" sldId="269"/>
            <ac:spMk id="5" creationId="{BD7FE460-D949-40B4-B0B2-74A80DB9E014}"/>
          </ac:spMkLst>
        </pc:spChg>
        <pc:spChg chg="del">
          <ac:chgData name="Gorlekoppa, Shidlingayya" userId="87b2455b-f068-46d1-82f6-ecda64ed59a5" providerId="ADAL" clId="{BD9426BB-E4C4-4647-A04A-6D5DDC4ACAB0}" dt="2022-03-22T11:20:30.767" v="301" actId="478"/>
          <ac:spMkLst>
            <pc:docMk/>
            <pc:sldMk cId="1650800962" sldId="269"/>
            <ac:spMk id="6" creationId="{45BAF92D-2F74-4937-A8E5-D9CD45D8ABBE}"/>
          </ac:spMkLst>
        </pc:spChg>
        <pc:spChg chg="add mod">
          <ac:chgData name="Gorlekoppa, Shidlingayya" userId="87b2455b-f068-46d1-82f6-ecda64ed59a5" providerId="ADAL" clId="{BD9426BB-E4C4-4647-A04A-6D5DDC4ACAB0}" dt="2022-03-22T11:23:20.691" v="543" actId="1076"/>
          <ac:spMkLst>
            <pc:docMk/>
            <pc:sldMk cId="1650800962" sldId="269"/>
            <ac:spMk id="8" creationId="{916DE092-3F9C-4D10-AE66-5F5C79CCD0E1}"/>
          </ac:spMkLst>
        </pc:spChg>
        <pc:picChg chg="del">
          <ac:chgData name="Gorlekoppa, Shidlingayya" userId="87b2455b-f068-46d1-82f6-ecda64ed59a5" providerId="ADAL" clId="{BD9426BB-E4C4-4647-A04A-6D5DDC4ACAB0}" dt="2022-03-22T11:19:54.370" v="300" actId="478"/>
          <ac:picMkLst>
            <pc:docMk/>
            <pc:sldMk cId="1650800962" sldId="269"/>
            <ac:picMk id="3" creationId="{BD2E3E81-C236-434E-9566-721DD6BE8699}"/>
          </ac:picMkLst>
        </pc:picChg>
        <pc:picChg chg="add mod">
          <ac:chgData name="Gorlekoppa, Shidlingayya" userId="87b2455b-f068-46d1-82f6-ecda64ed59a5" providerId="ADAL" clId="{BD9426BB-E4C4-4647-A04A-6D5DDC4ACAB0}" dt="2022-03-22T11:22:13.611" v="309" actId="108"/>
          <ac:picMkLst>
            <pc:docMk/>
            <pc:sldMk cId="1650800962" sldId="269"/>
            <ac:picMk id="4" creationId="{635A4A3C-F6F7-44F5-BE14-2E340A188BE5}"/>
          </ac:picMkLst>
        </pc:picChg>
      </pc:sldChg>
      <pc:sldChg chg="addSp delSp modSp add mod">
        <pc:chgData name="Gorlekoppa, Shidlingayya" userId="87b2455b-f068-46d1-82f6-ecda64ed59a5" providerId="ADAL" clId="{BD9426BB-E4C4-4647-A04A-6D5DDC4ACAB0}" dt="2022-03-22T12:09:47.531" v="736" actId="1076"/>
        <pc:sldMkLst>
          <pc:docMk/>
          <pc:sldMk cId="2144916204" sldId="270"/>
        </pc:sldMkLst>
        <pc:spChg chg="add del">
          <ac:chgData name="Gorlekoppa, Shidlingayya" userId="87b2455b-f068-46d1-82f6-ecda64ed59a5" providerId="ADAL" clId="{BD9426BB-E4C4-4647-A04A-6D5DDC4ACAB0}" dt="2022-03-22T11:29:18.781" v="590"/>
          <ac:spMkLst>
            <pc:docMk/>
            <pc:sldMk cId="2144916204" sldId="270"/>
            <ac:spMk id="2" creationId="{CF24E1A5-D341-4EC2-A6CA-9B07BA89A42F}"/>
          </ac:spMkLst>
        </pc:spChg>
        <pc:spChg chg="add del">
          <ac:chgData name="Gorlekoppa, Shidlingayya" userId="87b2455b-f068-46d1-82f6-ecda64ed59a5" providerId="ADAL" clId="{BD9426BB-E4C4-4647-A04A-6D5DDC4ACAB0}" dt="2022-03-22T11:29:23.019" v="593"/>
          <ac:spMkLst>
            <pc:docMk/>
            <pc:sldMk cId="2144916204" sldId="270"/>
            <ac:spMk id="3" creationId="{3ECB406B-42B8-4AF5-A322-F3C6DD2B8BC5}"/>
          </ac:spMkLst>
        </pc:spChg>
        <pc:spChg chg="mod">
          <ac:chgData name="Gorlekoppa, Shidlingayya" userId="87b2455b-f068-46d1-82f6-ecda64ed59a5" providerId="ADAL" clId="{BD9426BB-E4C4-4647-A04A-6D5DDC4ACAB0}" dt="2022-03-22T11:30:19.303" v="605" actId="6549"/>
          <ac:spMkLst>
            <pc:docMk/>
            <pc:sldMk cId="2144916204" sldId="270"/>
            <ac:spMk id="5" creationId="{BD7FE460-D949-40B4-B0B2-74A80DB9E014}"/>
          </ac:spMkLst>
        </pc:spChg>
        <pc:spChg chg="add del">
          <ac:chgData name="Gorlekoppa, Shidlingayya" userId="87b2455b-f068-46d1-82f6-ecda64ed59a5" providerId="ADAL" clId="{BD9426BB-E4C4-4647-A04A-6D5DDC4ACAB0}" dt="2022-03-22T11:29:27.788" v="595"/>
          <ac:spMkLst>
            <pc:docMk/>
            <pc:sldMk cId="2144916204" sldId="270"/>
            <ac:spMk id="6" creationId="{6DC49746-A5EB-45AD-A4D1-0D1A6D8F0D64}"/>
          </ac:spMkLst>
        </pc:spChg>
        <pc:spChg chg="add del">
          <ac:chgData name="Gorlekoppa, Shidlingayya" userId="87b2455b-f068-46d1-82f6-ecda64ed59a5" providerId="ADAL" clId="{BD9426BB-E4C4-4647-A04A-6D5DDC4ACAB0}" dt="2022-03-22T11:30:00.511" v="600"/>
          <ac:spMkLst>
            <pc:docMk/>
            <pc:sldMk cId="2144916204" sldId="270"/>
            <ac:spMk id="7" creationId="{17407F05-C1B8-4685-B1C4-25D227E9ACF9}"/>
          </ac:spMkLst>
        </pc:spChg>
        <pc:spChg chg="del">
          <ac:chgData name="Gorlekoppa, Shidlingayya" userId="87b2455b-f068-46d1-82f6-ecda64ed59a5" providerId="ADAL" clId="{BD9426BB-E4C4-4647-A04A-6D5DDC4ACAB0}" dt="2022-03-22T11:28:28.733" v="546" actId="478"/>
          <ac:spMkLst>
            <pc:docMk/>
            <pc:sldMk cId="2144916204" sldId="270"/>
            <ac:spMk id="8" creationId="{916DE092-3F9C-4D10-AE66-5F5C79CCD0E1}"/>
          </ac:spMkLst>
        </pc:spChg>
        <pc:spChg chg="mod">
          <ac:chgData name="Gorlekoppa, Shidlingayya" userId="87b2455b-f068-46d1-82f6-ecda64ed59a5" providerId="ADAL" clId="{BD9426BB-E4C4-4647-A04A-6D5DDC4ACAB0}" dt="2022-03-22T11:28:39.858" v="585" actId="20577"/>
          <ac:spMkLst>
            <pc:docMk/>
            <pc:sldMk cId="2144916204" sldId="270"/>
            <ac:spMk id="9" creationId="{66D7B1FC-D891-43C2-921A-2FF7F550ED12}"/>
          </ac:spMkLst>
        </pc:spChg>
        <pc:spChg chg="add mod">
          <ac:chgData name="Gorlekoppa, Shidlingayya" userId="87b2455b-f068-46d1-82f6-ecda64ed59a5" providerId="ADAL" clId="{BD9426BB-E4C4-4647-A04A-6D5DDC4ACAB0}" dt="2022-03-22T12:09:47.531" v="736" actId="1076"/>
          <ac:spMkLst>
            <pc:docMk/>
            <pc:sldMk cId="2144916204" sldId="270"/>
            <ac:spMk id="12" creationId="{53FE7AD1-D5E6-4685-A727-EFF75F6C10DC}"/>
          </ac:spMkLst>
        </pc:spChg>
        <pc:picChg chg="del">
          <ac:chgData name="Gorlekoppa, Shidlingayya" userId="87b2455b-f068-46d1-82f6-ecda64ed59a5" providerId="ADAL" clId="{BD9426BB-E4C4-4647-A04A-6D5DDC4ACAB0}" dt="2022-03-22T11:28:27.627" v="545" actId="478"/>
          <ac:picMkLst>
            <pc:docMk/>
            <pc:sldMk cId="2144916204" sldId="270"/>
            <ac:picMk id="4" creationId="{635A4A3C-F6F7-44F5-BE14-2E340A188BE5}"/>
          </ac:picMkLst>
        </pc:picChg>
        <pc:picChg chg="add mod">
          <ac:chgData name="Gorlekoppa, Shidlingayya" userId="87b2455b-f068-46d1-82f6-ecda64ed59a5" providerId="ADAL" clId="{BD9426BB-E4C4-4647-A04A-6D5DDC4ACAB0}" dt="2022-03-22T12:09:03.254" v="612" actId="108"/>
          <ac:picMkLst>
            <pc:docMk/>
            <pc:sldMk cId="2144916204" sldId="270"/>
            <ac:picMk id="11" creationId="{88611B67-2323-4FF8-8346-66CBEA3240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2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0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3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0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4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3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2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0B28D-1280-4279-BD6F-7EE8BD71A05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1E6A4-1E73-4FE6-B431-E1544D0F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7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utorialcup.com/java/multithreading-java.ht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join_method.cpp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detach_function.cpp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invalid_handling_heap_memory.cpp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passing_reference_incorrect.cp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passing_reference_correct.cpp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data_share_problem.cpp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try_lock_example.cpp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try_until_example.cpp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scoped_lock_example.cpp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Multithreading/blob/main/Multithreading_unique_lock_cv_variable.cpp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Multithreading/blob/main/Multithreading_deadlock.cpp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3208315" cy="431015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Multithreading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3580" y="694063"/>
            <a:ext cx="109948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Multithreading means – multiple threads </a:t>
            </a:r>
            <a:r>
              <a:rPr lang="en-US" sz="2000" b="1" u="sng" dirty="0"/>
              <a:t>Executing at same instance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thread is basically an </a:t>
            </a:r>
            <a:r>
              <a:rPr lang="en-US" sz="2000" b="1" u="sng" dirty="0"/>
              <a:t>Independent flow of execution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single process can consist of multiple threads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Every process has one thread that is </a:t>
            </a:r>
            <a:r>
              <a:rPr lang="en-US" sz="2000" b="1" u="sng" dirty="0"/>
              <a:t>Always running </a:t>
            </a:r>
            <a:r>
              <a:rPr lang="en-US" sz="2000" dirty="0"/>
              <a:t>– called </a:t>
            </a:r>
            <a:r>
              <a:rPr lang="en-US" sz="2000" b="1" u="sng" dirty="0"/>
              <a:t>Main thread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This main thread </a:t>
            </a:r>
            <a:r>
              <a:rPr lang="en-US" sz="2000" b="1" u="sng" dirty="0"/>
              <a:t>Creates</a:t>
            </a:r>
            <a:r>
              <a:rPr lang="en-US" sz="2000" dirty="0"/>
              <a:t> &amp; </a:t>
            </a:r>
            <a:r>
              <a:rPr lang="en-US" sz="2000" b="1" u="sng" dirty="0"/>
              <a:t>Initiates </a:t>
            </a:r>
            <a:r>
              <a:rPr lang="en-US" sz="2000" dirty="0"/>
              <a:t>the child thread objects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If your threads run on physical cores at the </a:t>
            </a:r>
            <a:r>
              <a:rPr lang="en-US" sz="2000" b="1" u="sng" dirty="0"/>
              <a:t>Same time </a:t>
            </a:r>
            <a:r>
              <a:rPr lang="en-US" sz="2000" dirty="0"/>
              <a:t>then they are parallel, otherwise they are just </a:t>
            </a:r>
            <a:r>
              <a:rPr lang="en-US" sz="2000" b="1" u="sng" dirty="0"/>
              <a:t>Time-sharing</a:t>
            </a:r>
            <a:r>
              <a:rPr lang="en-US" sz="2000" b="1" dirty="0"/>
              <a:t> or </a:t>
            </a:r>
            <a:r>
              <a:rPr lang="en-US" sz="2000" b="1" u="sng" dirty="0"/>
              <a:t>Concurrent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u="sng" dirty="0"/>
              <a:t>Concurrency</a:t>
            </a:r>
            <a:r>
              <a:rPr lang="en-US" sz="2000" dirty="0"/>
              <a:t> is when two or more tasks can </a:t>
            </a:r>
            <a:r>
              <a:rPr lang="en-US" sz="2000" b="1" u="sng" dirty="0"/>
              <a:t>Start</a:t>
            </a:r>
            <a:r>
              <a:rPr lang="en-US" sz="2000" dirty="0"/>
              <a:t>, </a:t>
            </a:r>
            <a:r>
              <a:rPr lang="en-US" sz="2000" b="1" u="sng" dirty="0"/>
              <a:t>Run</a:t>
            </a:r>
            <a:r>
              <a:rPr lang="en-US" sz="2000" dirty="0"/>
              <a:t>, and </a:t>
            </a:r>
            <a:r>
              <a:rPr lang="en-US" sz="2000" b="1" u="sng" dirty="0"/>
              <a:t>Complete</a:t>
            </a:r>
            <a:r>
              <a:rPr lang="en-US" sz="2000" dirty="0"/>
              <a:t> in </a:t>
            </a:r>
            <a:r>
              <a:rPr lang="en-US" sz="2000" b="1" u="sng" dirty="0"/>
              <a:t>Overlapping</a:t>
            </a:r>
            <a:r>
              <a:rPr lang="en-US" sz="2000" dirty="0"/>
              <a:t> time periods. It doesn't necessarily mean they'll ever both be running at the same instant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u="sng" dirty="0"/>
              <a:t>Parallelism</a:t>
            </a:r>
            <a:r>
              <a:rPr lang="en-US" sz="2000" dirty="0"/>
              <a:t> is when tasks literally run at the </a:t>
            </a:r>
            <a:r>
              <a:rPr lang="en-US" sz="2000" b="1" u="sng" dirty="0"/>
              <a:t>same time</a:t>
            </a:r>
            <a:r>
              <a:rPr lang="en-US" sz="2000" dirty="0"/>
              <a:t>, e.g., on a multicore processor.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13493-25E8-4017-BDFE-0C26117C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85" y="2005780"/>
            <a:ext cx="3499945" cy="2281201"/>
          </a:xfrm>
          <a:prstGeom prst="rect">
            <a:avLst/>
          </a:prstGeom>
          <a:noFill/>
          <a:ln>
            <a:noFill/>
            <a:prstDash val="sysDash"/>
          </a:ln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AC155C9-05C8-241E-005F-A2CD21369FD1}"/>
              </a:ext>
            </a:extLst>
          </p:cNvPr>
          <p:cNvSpPr/>
          <p:nvPr/>
        </p:nvSpPr>
        <p:spPr>
          <a:xfrm>
            <a:off x="5494945" y="2245605"/>
            <a:ext cx="2564524" cy="1051035"/>
          </a:xfrm>
          <a:prstGeom prst="wedgeRoundRectCallout">
            <a:avLst>
              <a:gd name="adj1" fmla="val -79955"/>
              <a:gd name="adj2" fmla="val 11450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3A3A3A"/>
                </a:solidFill>
                <a:latin typeface="roboto" panose="02000000000000000000" pitchFamily="2" charset="0"/>
              </a:rPr>
              <a:t>S</a:t>
            </a:r>
            <a:r>
              <a:rPr lang="en-US" sz="1600" b="0" i="0" dirty="0">
                <a:solidFill>
                  <a:srgbClr val="3A3A3A"/>
                </a:solidFill>
                <a:effectLst/>
                <a:latin typeface="roboto" panose="02000000000000000000" pitchFamily="2" charset="0"/>
              </a:rPr>
              <a:t>ingle core systems </a:t>
            </a:r>
            <a:r>
              <a:rPr lang="en-US" sz="1600" b="0" i="0" u="none" strike="noStrike" dirty="0">
                <a:solidFill>
                  <a:srgbClr val="565656"/>
                </a:solidFill>
                <a:effectLst/>
                <a:latin typeface="roboto" panose="02000000000000000000" pitchFamily="2" charset="0"/>
                <a:hlinkClick r:id="rId3" tooltip="multithreading"/>
              </a:rPr>
              <a:t>multithreading</a:t>
            </a:r>
            <a:r>
              <a:rPr lang="en-US" sz="1600" b="0" i="0" dirty="0">
                <a:solidFill>
                  <a:srgbClr val="3A3A3A"/>
                </a:solidFill>
                <a:effectLst/>
                <a:latin typeface="roboto" panose="02000000000000000000" pitchFamily="2" charset="0"/>
              </a:rPr>
              <a:t> divides the time between the threads.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5813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3743325" cy="431015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Multithreading continued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CD4E0-6D01-77CE-BC21-347E450A7F32}"/>
              </a:ext>
            </a:extLst>
          </p:cNvPr>
          <p:cNvSpPr txBox="1"/>
          <p:nvPr/>
        </p:nvSpPr>
        <p:spPr>
          <a:xfrm>
            <a:off x="753581" y="694063"/>
            <a:ext cx="1057657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basic difference between </a:t>
            </a:r>
            <a:r>
              <a:rPr lang="en-US" sz="2000" b="1" u="sng" dirty="0"/>
              <a:t>Process </a:t>
            </a:r>
            <a:r>
              <a:rPr lang="en-US" sz="2000" dirty="0"/>
              <a:t>and</a:t>
            </a:r>
            <a:r>
              <a:rPr lang="en-US" sz="2000" b="1" u="sng" dirty="0"/>
              <a:t> Thread </a:t>
            </a:r>
            <a:r>
              <a:rPr lang="en-US" sz="2000" dirty="0"/>
              <a:t>as follows: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Process is an </a:t>
            </a:r>
            <a:r>
              <a:rPr lang="en-US" sz="2000" b="1" u="sng" dirty="0"/>
              <a:t>instance</a:t>
            </a:r>
            <a:r>
              <a:rPr lang="en-US" sz="2000" dirty="0"/>
              <a:t> of a running program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System resources such as </a:t>
            </a:r>
            <a:r>
              <a:rPr lang="en-US" sz="2000" b="1" u="sng" dirty="0"/>
              <a:t>CPU time</a:t>
            </a:r>
            <a:r>
              <a:rPr lang="en-US" sz="2000" dirty="0"/>
              <a:t>, </a:t>
            </a:r>
            <a:r>
              <a:rPr lang="en-US" sz="2000" b="1" u="sng" dirty="0"/>
              <a:t>Memory</a:t>
            </a:r>
            <a:r>
              <a:rPr lang="en-US" sz="2000" dirty="0"/>
              <a:t> etc. are </a:t>
            </a:r>
            <a:r>
              <a:rPr lang="en-US" sz="2000" b="1" u="sng" dirty="0"/>
              <a:t>allocated to each process </a:t>
            </a:r>
            <a:r>
              <a:rPr lang="en-US" sz="2000" dirty="0"/>
              <a:t>and executed in a </a:t>
            </a:r>
            <a:r>
              <a:rPr lang="en-US" sz="2000" b="1" u="sng" dirty="0"/>
              <a:t>separate address space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process is an </a:t>
            </a:r>
            <a:r>
              <a:rPr lang="en-US" sz="2000" b="1" u="sng" dirty="0"/>
              <a:t>independent entity </a:t>
            </a:r>
            <a:r>
              <a:rPr lang="en-US" sz="2000" dirty="0"/>
              <a:t>and communicates with each other through </a:t>
            </a:r>
            <a:r>
              <a:rPr lang="en-US" sz="2000" b="1" u="sng" dirty="0"/>
              <a:t>Inter-process communication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Process provides two key abstractions such as </a:t>
            </a:r>
            <a:r>
              <a:rPr lang="en-US" sz="2000" b="1" u="sng" dirty="0"/>
              <a:t>Logical control flow(CPU) </a:t>
            </a:r>
            <a:r>
              <a:rPr lang="en-US" sz="2000" dirty="0"/>
              <a:t>and </a:t>
            </a:r>
            <a:r>
              <a:rPr lang="en-US" sz="2000" b="1" u="sng" dirty="0"/>
              <a:t>Private virtual address space(Main memory)</a:t>
            </a:r>
            <a:r>
              <a:rPr lang="en-US" sz="2000" dirty="0"/>
              <a:t> for each process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thread will have its </a:t>
            </a:r>
            <a:r>
              <a:rPr lang="en-US" sz="2000" b="1" u="sng" dirty="0"/>
              <a:t>own stack </a:t>
            </a:r>
            <a:r>
              <a:rPr lang="en-US" sz="2000" dirty="0"/>
              <a:t>whereas </a:t>
            </a:r>
            <a:r>
              <a:rPr lang="en-US" sz="2000" b="1" u="sng" dirty="0"/>
              <a:t>Heap</a:t>
            </a:r>
            <a:r>
              <a:rPr lang="en-US" sz="2000" dirty="0"/>
              <a:t> will be shared between multiple threads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0B59AE-A825-94F8-DB52-8B37079DD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82" y="3154392"/>
            <a:ext cx="5457437" cy="28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rogramming Concurrency in C++">
            <a:extLst>
              <a:ext uri="{FF2B5EF4-FFF2-40B4-BE49-F238E27FC236}">
                <a16:creationId xmlns:a16="http://schemas.microsoft.com/office/drawing/2014/main" id="{432280CA-2A8A-C977-0556-DF1D14AC0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09" y="3154392"/>
            <a:ext cx="4675310" cy="28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044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4648232" cy="431015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History of Multithreading in </a:t>
            </a:r>
            <a:r>
              <a:rPr lang="en-US" sz="2400" b="1" u="sng" dirty="0" err="1"/>
              <a:t>c++</a:t>
            </a:r>
            <a:endParaRPr lang="en-US" sz="24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753580" y="694063"/>
            <a:ext cx="109948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history of multithreading in C++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C++ didn’t have support of “</a:t>
            </a:r>
            <a:r>
              <a:rPr lang="en-US" sz="2000" b="1" dirty="0"/>
              <a:t>multithreading</a:t>
            </a:r>
            <a:r>
              <a:rPr lang="en-US" sz="2000" dirty="0"/>
              <a:t>” until C++99 – This was relying on “</a:t>
            </a:r>
            <a:r>
              <a:rPr lang="en-US" sz="2000" b="1" dirty="0"/>
              <a:t>POSIX</a:t>
            </a:r>
            <a:r>
              <a:rPr lang="en-US" sz="2000" dirty="0"/>
              <a:t>” library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C++11  supports “multithreading” using </a:t>
            </a:r>
            <a:r>
              <a:rPr lang="en-US" sz="2000" b="1" u="sng" dirty="0"/>
              <a:t>std::thread </a:t>
            </a:r>
            <a:r>
              <a:rPr lang="en-US" sz="2000" dirty="0"/>
              <a:t>and</a:t>
            </a:r>
            <a:r>
              <a:rPr lang="en-US" sz="2000" b="1" dirty="0"/>
              <a:t> Memory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thread and functions are related to thread defined in </a:t>
            </a:r>
            <a:r>
              <a:rPr lang="en-US" sz="2000" b="1" dirty="0"/>
              <a:t>std::thread </a:t>
            </a:r>
            <a:r>
              <a:rPr lang="en-US" sz="2000" dirty="0"/>
              <a:t>class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C++11 supports concept of </a:t>
            </a:r>
            <a:r>
              <a:rPr lang="en-US" sz="2000" b="1" u="sng" dirty="0"/>
              <a:t>atomicity</a:t>
            </a:r>
            <a:r>
              <a:rPr lang="en-US" sz="2000" dirty="0"/>
              <a:t> and </a:t>
            </a:r>
            <a:r>
              <a:rPr lang="en-US" sz="2000" b="1" u="sng" dirty="0"/>
              <a:t>memory ordering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2F7E6-774F-4F19-B160-FF7D8F9B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00" y="1293684"/>
            <a:ext cx="6025548" cy="20591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762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587" y="1334213"/>
            <a:ext cx="2119050" cy="417953"/>
          </a:xfrm>
        </p:spPr>
        <p:txBody>
          <a:bodyPr>
            <a:normAutofit/>
          </a:bodyPr>
          <a:lstStyle/>
          <a:p>
            <a:r>
              <a:rPr lang="en-US" sz="1600" b="1" u="sng" dirty="0"/>
              <a:t>Using Function pointer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3580" y="662912"/>
            <a:ext cx="10994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thread can be created in </a:t>
            </a:r>
            <a:r>
              <a:rPr lang="en-US" sz="2000" dirty="0" err="1"/>
              <a:t>c++</a:t>
            </a:r>
            <a:r>
              <a:rPr lang="en-US" sz="2000" dirty="0"/>
              <a:t> 11 using thread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Std::thread – thread can be created 3 ways: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E7057-A5A4-4EC7-8057-EA279614D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30" y="1788750"/>
            <a:ext cx="3479721" cy="2967589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286376" y="161356"/>
            <a:ext cx="271958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u="sng" dirty="0"/>
              <a:t>Creating Thread in </a:t>
            </a:r>
            <a:r>
              <a:rPr lang="en-US" sz="2200" b="1" u="sng" dirty="0" err="1"/>
              <a:t>c++</a:t>
            </a:r>
            <a:endParaRPr lang="en-US" sz="2200" b="1" u="sn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2BC2E5-D1BC-416F-AD0A-BD5767E20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16" y="1788751"/>
            <a:ext cx="3785117" cy="2967588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D1EB5A9-EC00-46DA-87C4-614E72C2149B}"/>
              </a:ext>
            </a:extLst>
          </p:cNvPr>
          <p:cNvSpPr txBox="1">
            <a:spLocks/>
          </p:cNvSpPr>
          <p:nvPr/>
        </p:nvSpPr>
        <p:spPr>
          <a:xfrm>
            <a:off x="4071023" y="1353456"/>
            <a:ext cx="2119051" cy="3794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u="sng" dirty="0"/>
              <a:t>Using Function object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B39214-FABD-451F-9D7F-58C7EA830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692" y="1769507"/>
            <a:ext cx="3630171" cy="2967588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5DFACC8-58F8-462C-B920-6EB6238B3A27}"/>
              </a:ext>
            </a:extLst>
          </p:cNvPr>
          <p:cNvSpPr txBox="1">
            <a:spLocks/>
          </p:cNvSpPr>
          <p:nvPr/>
        </p:nvSpPr>
        <p:spPr>
          <a:xfrm>
            <a:off x="8082633" y="1342345"/>
            <a:ext cx="2119051" cy="3794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u="sng" dirty="0"/>
              <a:t>Using Lambda Expression</a:t>
            </a:r>
          </a:p>
        </p:txBody>
      </p:sp>
    </p:spTree>
    <p:extLst>
      <p:ext uri="{BB962C8B-B14F-4D97-AF65-F5344CB8AC3E}">
        <p14:creationId xmlns:p14="http://schemas.microsoft.com/office/powerpoint/2010/main" val="47591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0C5E-6028-DEC9-DA89-E0A19D56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CC0D2E-6A59-CB84-756D-741EE756E16C}"/>
              </a:ext>
            </a:extLst>
          </p:cNvPr>
          <p:cNvSpPr txBox="1"/>
          <p:nvPr/>
        </p:nvSpPr>
        <p:spPr>
          <a:xfrm>
            <a:off x="286376" y="706134"/>
            <a:ext cx="3231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Consider below example: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08D42C-A786-6308-7196-BCB97BC99D3E}"/>
              </a:ext>
            </a:extLst>
          </p:cNvPr>
          <p:cNvSpPr txBox="1">
            <a:spLocks/>
          </p:cNvSpPr>
          <p:nvPr/>
        </p:nvSpPr>
        <p:spPr>
          <a:xfrm>
            <a:off x="286376" y="161356"/>
            <a:ext cx="271958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u="sng" dirty="0"/>
              <a:t>How Multithreading Works?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49BC9-5A80-0BD3-1DC1-2148F432F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4" y="1106244"/>
            <a:ext cx="4258269" cy="3534767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B059A9-E3D3-5008-3F3E-91D0F8C2BFF8}"/>
              </a:ext>
            </a:extLst>
          </p:cNvPr>
          <p:cNvSpPr txBox="1"/>
          <p:nvPr/>
        </p:nvSpPr>
        <p:spPr>
          <a:xfrm>
            <a:off x="5476486" y="1106244"/>
            <a:ext cx="5815490" cy="3231654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Output1:</a:t>
            </a:r>
          </a:p>
          <a:p>
            <a:r>
              <a:rPr lang="en-US" sz="1200" dirty="0"/>
              <a:t>ABBABABABAABABABABBABABABABAABBABAABABBAABBAABBABAABABABABBAABABBAABABABABBAABABABABBAABABBABAABABABBAABBABABAABBAABABBAABBAABBABAABBAABBABAABABABBABAABBABAABABBABAABBAABBABAABBAABBABAABBAA</a:t>
            </a:r>
            <a:r>
              <a:rPr lang="en-US" sz="1200" dirty="0">
                <a:highlight>
                  <a:srgbClr val="FFFF00"/>
                </a:highlight>
              </a:rPr>
              <a:t>BBAABBAABAB</a:t>
            </a:r>
          </a:p>
          <a:p>
            <a:endParaRPr lang="en-US" sz="1200" dirty="0"/>
          </a:p>
          <a:p>
            <a:r>
              <a:rPr lang="en-US" sz="1200" b="1" u="sng" dirty="0"/>
              <a:t>Output2</a:t>
            </a:r>
            <a:r>
              <a:rPr lang="en-US" sz="1200" dirty="0"/>
              <a:t>:</a:t>
            </a:r>
          </a:p>
          <a:p>
            <a:r>
              <a:rPr lang="en-US" sz="1200" dirty="0"/>
              <a:t>ABBABABAABABBAABBAABABBAABBAABBABAABBAABABABBAABBAABBAABABABBAABBABABABAABBAABABABABBAABBABABABAABBAABABABABBABABAABBAABBABABABAABBAABABABABBAABBAABBABAABABBABAABABBAABBABAABABBAABBABABABABA</a:t>
            </a:r>
            <a:r>
              <a:rPr lang="en-US" sz="1200" dirty="0">
                <a:highlight>
                  <a:srgbClr val="FFFF00"/>
                </a:highlight>
              </a:rPr>
              <a:t>BABABABAAB</a:t>
            </a:r>
          </a:p>
          <a:p>
            <a:endParaRPr lang="en-US" sz="1200" dirty="0"/>
          </a:p>
          <a:p>
            <a:r>
              <a:rPr lang="en-US" sz="1200" b="1" u="sng" dirty="0"/>
              <a:t>Output3</a:t>
            </a:r>
            <a:r>
              <a:rPr lang="en-US" sz="1200" dirty="0"/>
              <a:t>:</a:t>
            </a:r>
          </a:p>
          <a:p>
            <a:r>
              <a:rPr lang="en-US" sz="1200" dirty="0"/>
              <a:t>ABBAABABBABAABBAABBAABBAABBAABABBABAABBAABABBABAABABBAABABBAABABABBABABABAABBABAABBABAABBAABABBAABABABBAABBAABBAABBAABBABAABABBAABBABAABABABABABBABAABBABABAABABBAABBAABBAABBABAABBAABABABBAAB</a:t>
            </a:r>
            <a:r>
              <a:rPr lang="en-US" sz="1200" dirty="0">
                <a:highlight>
                  <a:srgbClr val="FFFF00"/>
                </a:highlight>
              </a:rPr>
              <a:t>BABAABBAAB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2A678A-D402-A1E2-7277-999810DBDB1F}"/>
              </a:ext>
            </a:extLst>
          </p:cNvPr>
          <p:cNvSpPr txBox="1"/>
          <p:nvPr/>
        </p:nvSpPr>
        <p:spPr>
          <a:xfrm>
            <a:off x="610455" y="4968003"/>
            <a:ext cx="4319388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Reference</a:t>
            </a:r>
            <a:r>
              <a:rPr lang="en-US" sz="1200" dirty="0"/>
              <a:t>:</a:t>
            </a:r>
          </a:p>
          <a:p>
            <a:r>
              <a:rPr lang="en-US" sz="1200" dirty="0"/>
              <a:t>https://github.com/shidlingayya/Multithreading/blob/main/Multithreading_how_multithreading_works.cpp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B83AE-FA9B-2042-6E35-F25A625D60A5}"/>
              </a:ext>
            </a:extLst>
          </p:cNvPr>
          <p:cNvSpPr txBox="1"/>
          <p:nvPr/>
        </p:nvSpPr>
        <p:spPr>
          <a:xfrm>
            <a:off x="5476486" y="4415912"/>
            <a:ext cx="5815490" cy="461665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/>
              <a:t>Observe the output of example, every time produces </a:t>
            </a:r>
            <a:r>
              <a:rPr lang="en-US" sz="1200" b="1" dirty="0"/>
              <a:t>different</a:t>
            </a:r>
            <a:r>
              <a:rPr lang="en-US" sz="1200" dirty="0"/>
              <a:t> output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we can’t determine the </a:t>
            </a:r>
            <a:r>
              <a:rPr lang="en-US" sz="1200" b="1" dirty="0"/>
              <a:t>exact order </a:t>
            </a:r>
            <a:r>
              <a:rPr lang="en-US" sz="1200" dirty="0"/>
              <a:t>of the tasks that the CPU processes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5C753D-ADCB-DCC5-7AE1-1ECAA6A7C422}"/>
              </a:ext>
            </a:extLst>
          </p:cNvPr>
          <p:cNvCxnSpPr>
            <a:cxnSpLocks/>
          </p:cNvCxnSpPr>
          <p:nvPr/>
        </p:nvCxnSpPr>
        <p:spPr>
          <a:xfrm>
            <a:off x="5201728" y="992038"/>
            <a:ext cx="0" cy="4994694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8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66A4-AE93-CB63-EA5A-C7D9DE25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F9A3DC-E11C-0052-05AF-E45A58D89C6F}"/>
              </a:ext>
            </a:extLst>
          </p:cNvPr>
          <p:cNvSpPr txBox="1"/>
          <p:nvPr/>
        </p:nvSpPr>
        <p:spPr>
          <a:xfrm>
            <a:off x="286376" y="706134"/>
            <a:ext cx="3231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Consider below example: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4BCA31-0624-0AA3-4335-A394D5552907}"/>
              </a:ext>
            </a:extLst>
          </p:cNvPr>
          <p:cNvSpPr txBox="1">
            <a:spLocks/>
          </p:cNvSpPr>
          <p:nvPr/>
        </p:nvSpPr>
        <p:spPr>
          <a:xfrm>
            <a:off x="286376" y="161356"/>
            <a:ext cx="271958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u="sng" dirty="0"/>
              <a:t>How Single Thread Works?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D41ADC-54B7-2C84-81CC-0274DEA65D47}"/>
              </a:ext>
            </a:extLst>
          </p:cNvPr>
          <p:cNvCxnSpPr>
            <a:cxnSpLocks/>
          </p:cNvCxnSpPr>
          <p:nvPr/>
        </p:nvCxnSpPr>
        <p:spPr>
          <a:xfrm>
            <a:off x="5201728" y="1106244"/>
            <a:ext cx="0" cy="4508090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8CD690A-5ACA-9D96-F058-818029076FF5}"/>
              </a:ext>
            </a:extLst>
          </p:cNvPr>
          <p:cNvSpPr txBox="1"/>
          <p:nvPr/>
        </p:nvSpPr>
        <p:spPr>
          <a:xfrm>
            <a:off x="5476486" y="1243666"/>
            <a:ext cx="5815490" cy="3231654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Output1:</a:t>
            </a:r>
          </a:p>
          <a:p>
            <a:r>
              <a:rPr lang="en-US" sz="1200" dirty="0"/>
              <a:t>ABABBABAABBAABABABBAABABBABABAABABABBAABABBABABAABBABAABABABABBAABBABABABAABABBABABAABBAABBABABAABABBABABABABABAABABBABABAABBAABBAABBAABBAABBABABABAABABABBABABAABBAABBAABBAABBAABBAABABBABABAABBABABABA</a:t>
            </a:r>
          </a:p>
          <a:p>
            <a:endParaRPr lang="en-US" sz="1200" dirty="0"/>
          </a:p>
          <a:p>
            <a:r>
              <a:rPr lang="en-US" sz="1200" b="1" u="sng" dirty="0"/>
              <a:t>Output2</a:t>
            </a:r>
            <a:r>
              <a:rPr lang="en-US" sz="1200" dirty="0"/>
              <a:t>:</a:t>
            </a:r>
          </a:p>
          <a:p>
            <a:r>
              <a:rPr lang="en-US" sz="1200" dirty="0"/>
              <a:t>ABABBAABABBABABAABABBAABBAABBAABBAABBAABBABAABABABABABABBABABABABABAABABBAABBABABAABABABBABABABABABABAABBAABBAABBAABBAABBAABABBAABABABABBABAABBAABBAABBABAABABBAABBAABABBABABABAABABBAABABABBAABABABBABA</a:t>
            </a:r>
          </a:p>
          <a:p>
            <a:endParaRPr lang="en-US" sz="1200" dirty="0"/>
          </a:p>
          <a:p>
            <a:r>
              <a:rPr lang="en-US" sz="1200" b="1" u="sng" dirty="0"/>
              <a:t>Output3</a:t>
            </a:r>
            <a:r>
              <a:rPr lang="en-US" sz="1200" dirty="0"/>
              <a:t>:</a:t>
            </a:r>
          </a:p>
          <a:p>
            <a:r>
              <a:rPr lang="en-US" sz="1200" dirty="0"/>
              <a:t>ABABBAABABBABABAABABBAABBAABBAABBAABBAABBABAABABABABABABBABABABABABAABABBAABBABABAABABABBABABABABABABAABBAABBAABBAABBAABBAABABBAABABABABBABAABBAABBAABBABAABABBAABBAABABBABABABAABABBAABABABBAABABABBABA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73396-08E7-57AA-E887-D0F80EF4B215}"/>
              </a:ext>
            </a:extLst>
          </p:cNvPr>
          <p:cNvSpPr txBox="1"/>
          <p:nvPr/>
        </p:nvSpPr>
        <p:spPr>
          <a:xfrm>
            <a:off x="610455" y="4968003"/>
            <a:ext cx="4297971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Reference</a:t>
            </a:r>
            <a:r>
              <a:rPr lang="en-US" sz="1200" dirty="0"/>
              <a:t>:</a:t>
            </a:r>
          </a:p>
          <a:p>
            <a:r>
              <a:rPr lang="en-US" sz="1200" dirty="0"/>
              <a:t>https://github.com/shidlingayya/Multithreading/blob/main/Multithreading_how_singlthread_works.cpp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9AD93-95B0-542E-6981-9C4AB576351E}"/>
              </a:ext>
            </a:extLst>
          </p:cNvPr>
          <p:cNvSpPr txBox="1"/>
          <p:nvPr/>
        </p:nvSpPr>
        <p:spPr>
          <a:xfrm>
            <a:off x="5473307" y="4666078"/>
            <a:ext cx="5815490" cy="461665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/>
              <a:t>Observe the output of example, every time produces </a:t>
            </a:r>
            <a:r>
              <a:rPr lang="en-US" sz="1200" b="1" dirty="0"/>
              <a:t>same</a:t>
            </a:r>
            <a:r>
              <a:rPr lang="en-US" sz="1200" dirty="0"/>
              <a:t> output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we can determine the </a:t>
            </a:r>
            <a:r>
              <a:rPr lang="en-US" sz="1200" b="1" dirty="0"/>
              <a:t>exact order </a:t>
            </a:r>
            <a:r>
              <a:rPr lang="en-US" sz="1200" dirty="0"/>
              <a:t>of the tasks that the CPU processes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09F25-4CA1-5B94-62B9-B99AB4B4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5" y="1243666"/>
            <a:ext cx="4297972" cy="3492236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246616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286376" y="161356"/>
            <a:ext cx="271958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u="sng" dirty="0"/>
              <a:t>Thread Basic Methods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8373D1E8-4A5A-5017-B46E-27CDFA5D4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69172"/>
              </p:ext>
            </p:extLst>
          </p:nvPr>
        </p:nvGraphicFramePr>
        <p:xfrm>
          <a:off x="482585" y="808153"/>
          <a:ext cx="87649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974">
                  <a:extLst>
                    <a:ext uri="{9D8B030D-6E8A-4147-A177-3AD203B41FA5}">
                      <a16:colId xmlns:a16="http://schemas.microsoft.com/office/drawing/2014/main" val="2427828744"/>
                    </a:ext>
                  </a:extLst>
                </a:gridCol>
                <a:gridCol w="6768959">
                  <a:extLst>
                    <a:ext uri="{9D8B030D-6E8A-4147-A177-3AD203B41FA5}">
                      <a16:colId xmlns:a16="http://schemas.microsoft.com/office/drawing/2014/main" val="51734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yeild</a:t>
                      </a:r>
                      <a:r>
                        <a:rPr lang="en-US" dirty="0"/>
                        <a:t> 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suggests that the implementation reschedule execution of threads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70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get_id</a:t>
                      </a:r>
                      <a:r>
                        <a:rPr lang="en-US" dirty="0"/>
                        <a:t>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thread id of the current thread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sleep_for</a:t>
                      </a:r>
                      <a:r>
                        <a:rPr lang="en-US" dirty="0"/>
                        <a:t>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stops the execution of the current thread for a specified time duration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3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sleep_until</a:t>
                      </a:r>
                      <a:r>
                        <a:rPr lang="en-US" dirty="0"/>
                        <a:t> 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stops the execution of the current thread until a specified time point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37003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39B922B-1BB9-1244-906D-8E5A5AA6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85" y="2698530"/>
            <a:ext cx="5784864" cy="3371194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90CBF3-9589-B8F2-CFC2-471D65A56975}"/>
              </a:ext>
            </a:extLst>
          </p:cNvPr>
          <p:cNvSpPr txBox="1"/>
          <p:nvPr/>
        </p:nvSpPr>
        <p:spPr>
          <a:xfrm>
            <a:off x="365951" y="2322629"/>
            <a:ext cx="819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 err="1"/>
              <a:t>yeild</a:t>
            </a:r>
            <a:endParaRPr lang="en-US" sz="18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05D5B-62EB-F5E9-D55D-0983BEE9E89C}"/>
              </a:ext>
            </a:extLst>
          </p:cNvPr>
          <p:cNvSpPr txBox="1"/>
          <p:nvPr/>
        </p:nvSpPr>
        <p:spPr>
          <a:xfrm>
            <a:off x="3086671" y="2923790"/>
            <a:ext cx="284830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0" i="0" dirty="0">
                <a:solidFill>
                  <a:srgbClr val="000000"/>
                </a:solidFill>
                <a:effectLst/>
                <a:latin typeface="DejaVu Sans"/>
              </a:rPr>
              <a:t>Provides a hint to the implementation to </a:t>
            </a:r>
            <a:r>
              <a:rPr lang="en-US" sz="1200" b="1" i="0" u="sng" dirty="0">
                <a:solidFill>
                  <a:srgbClr val="000000"/>
                </a:solidFill>
                <a:effectLst/>
                <a:latin typeface="DejaVu Sans"/>
              </a:rPr>
              <a:t>reschedule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DejaVu Sans"/>
              </a:rPr>
              <a:t> the execution of threads, allowing </a:t>
            </a:r>
            <a:r>
              <a:rPr lang="en-US" sz="1200" b="1" i="0" u="sng" dirty="0">
                <a:solidFill>
                  <a:srgbClr val="000000"/>
                </a:solidFill>
                <a:effectLst/>
                <a:latin typeface="DejaVu Sans"/>
              </a:rPr>
              <a:t>other threads to run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DejaVu Sans"/>
              </a:rPr>
              <a:t>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C4B63C-374C-4B44-8B89-FB384171E21D}"/>
              </a:ext>
            </a:extLst>
          </p:cNvPr>
          <p:cNvCxnSpPr>
            <a:cxnSpLocks/>
          </p:cNvCxnSpPr>
          <p:nvPr/>
        </p:nvCxnSpPr>
        <p:spPr>
          <a:xfrm>
            <a:off x="6501878" y="2662512"/>
            <a:ext cx="0" cy="4073485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FE0DC92-CDC4-C080-DBB2-E45785EDF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307" y="2662512"/>
            <a:ext cx="4973107" cy="17020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9E349A-BC1A-A0AF-304D-4381784636FF}"/>
              </a:ext>
            </a:extLst>
          </p:cNvPr>
          <p:cNvSpPr txBox="1"/>
          <p:nvPr/>
        </p:nvSpPr>
        <p:spPr>
          <a:xfrm>
            <a:off x="6736309" y="4418631"/>
            <a:ext cx="53751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Avoids </a:t>
            </a:r>
            <a:r>
              <a:rPr lang="en-US" sz="1600" b="1" u="sng" dirty="0"/>
              <a:t>monopolizing</a:t>
            </a:r>
            <a:r>
              <a:rPr lang="en-US" sz="1600" dirty="0"/>
              <a:t> CPU and allow other thread to make progress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The yield is </a:t>
            </a:r>
            <a:r>
              <a:rPr lang="en-US" sz="1600" b="1" u="sng" dirty="0"/>
              <a:t>hint</a:t>
            </a:r>
            <a:r>
              <a:rPr lang="en-US" sz="1600" dirty="0"/>
              <a:t> to scheduler but </a:t>
            </a:r>
            <a:r>
              <a:rPr lang="en-US" sz="1600" b="1" u="sng" dirty="0"/>
              <a:t>not guarantee</a:t>
            </a:r>
            <a:r>
              <a:rPr lang="en-US" sz="1600" dirty="0"/>
              <a:t> – the operating system can ignore 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The yield can be lead to </a:t>
            </a:r>
            <a:r>
              <a:rPr lang="en-US" sz="1600" b="1" u="sng" dirty="0"/>
              <a:t>performance degradation </a:t>
            </a:r>
            <a:r>
              <a:rPr lang="en-US" sz="1600" dirty="0"/>
              <a:t>if threads are constantly yielding without making progress because it introduces context switching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 err="1"/>
              <a:t>Sychronization</a:t>
            </a:r>
            <a:r>
              <a:rPr lang="en-US" sz="1600" dirty="0"/>
              <a:t> mechanisms </a:t>
            </a:r>
            <a:r>
              <a:rPr lang="en-US" sz="1600" b="1" u="sng" dirty="0"/>
              <a:t>preferred</a:t>
            </a:r>
            <a:r>
              <a:rPr lang="en-US" sz="1600" dirty="0"/>
              <a:t> over </a:t>
            </a:r>
            <a:r>
              <a:rPr lang="en-US" sz="1600" dirty="0" err="1"/>
              <a:t>yeild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9667E1-A716-C864-A534-57CD137B9B17}"/>
              </a:ext>
            </a:extLst>
          </p:cNvPr>
          <p:cNvSpPr txBox="1"/>
          <p:nvPr/>
        </p:nvSpPr>
        <p:spPr>
          <a:xfrm>
            <a:off x="446423" y="6157568"/>
            <a:ext cx="5821023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Reference</a:t>
            </a:r>
            <a:r>
              <a:rPr lang="en-US" sz="1200" dirty="0"/>
              <a:t>:</a:t>
            </a:r>
          </a:p>
          <a:p>
            <a:r>
              <a:rPr lang="en-US" sz="1200" dirty="0"/>
              <a:t>https://github.com/shidlingayya/Multithreading/blob/main/Multithreading_yield_function.cpp</a:t>
            </a:r>
            <a:endParaRPr lang="en-US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650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363748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get_id</a:t>
            </a:r>
            <a:r>
              <a:rPr lang="en-US"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708D2-88F5-48DA-AA03-8EE8E28394F5}"/>
              </a:ext>
            </a:extLst>
          </p:cNvPr>
          <p:cNvSpPr txBox="1"/>
          <p:nvPr/>
        </p:nvSpPr>
        <p:spPr>
          <a:xfrm>
            <a:off x="693682" y="846463"/>
            <a:ext cx="8408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The thread created with specific id – different threads can be differentiated with id</a:t>
            </a:r>
          </a:p>
          <a:p>
            <a:r>
              <a:rPr lang="en-US" sz="1800" dirty="0"/>
              <a:t>       </a:t>
            </a:r>
            <a:r>
              <a:rPr lang="en-US" sz="1800" b="1" dirty="0"/>
              <a:t>std::</a:t>
            </a:r>
            <a:r>
              <a:rPr lang="en-US" sz="1800" b="1" dirty="0" err="1"/>
              <a:t>this_thread</a:t>
            </a:r>
            <a:r>
              <a:rPr lang="en-US" sz="1800" b="1" dirty="0"/>
              <a:t>::</a:t>
            </a:r>
            <a:r>
              <a:rPr lang="en-US" sz="1800" b="1" dirty="0" err="1"/>
              <a:t>get_id</a:t>
            </a:r>
            <a:r>
              <a:rPr lang="en-US" sz="1800" b="1" dirty="0"/>
              <a:t>() </a:t>
            </a:r>
            <a:r>
              <a:rPr lang="en-US" sz="1800" dirty="0"/>
              <a:t>– This will give thread id of specific thread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F049E57-1062-4B8F-B02C-9CB25263A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09" y="1622902"/>
            <a:ext cx="4903529" cy="3854872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02C42-48A3-1038-A2A8-FEEA8DB0943A}"/>
              </a:ext>
            </a:extLst>
          </p:cNvPr>
          <p:cNvSpPr txBox="1"/>
          <p:nvPr/>
        </p:nvSpPr>
        <p:spPr>
          <a:xfrm>
            <a:off x="980599" y="5714257"/>
            <a:ext cx="6291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Mostly used for </a:t>
            </a:r>
            <a:r>
              <a:rPr lang="en-US" sz="1600" b="1" u="sng" dirty="0"/>
              <a:t>Logging</a:t>
            </a:r>
            <a:r>
              <a:rPr lang="en-US" sz="1600" dirty="0"/>
              <a:t> and </a:t>
            </a:r>
            <a:r>
              <a:rPr lang="en-US" sz="1600" b="1" u="sng" dirty="0"/>
              <a:t>Debugging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b="1" u="sng" dirty="0"/>
              <a:t>Conditional debugging </a:t>
            </a:r>
            <a:r>
              <a:rPr lang="en-US" sz="1600" dirty="0"/>
              <a:t>use case – break on specific thread</a:t>
            </a:r>
          </a:p>
        </p:txBody>
      </p:sp>
    </p:spTree>
    <p:extLst>
      <p:ext uri="{BB962C8B-B14F-4D97-AF65-F5344CB8AC3E}">
        <p14:creationId xmlns:p14="http://schemas.microsoft.com/office/powerpoint/2010/main" val="165193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363748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sleep_for</a:t>
            </a:r>
            <a:r>
              <a:rPr lang="en-US"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708D2-88F5-48DA-AA03-8EE8E28394F5}"/>
              </a:ext>
            </a:extLst>
          </p:cNvPr>
          <p:cNvSpPr txBox="1"/>
          <p:nvPr/>
        </p:nvSpPr>
        <p:spPr>
          <a:xfrm>
            <a:off x="693682" y="846463"/>
            <a:ext cx="11022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b="1" u="sng" dirty="0"/>
              <a:t>Blocks</a:t>
            </a:r>
            <a:r>
              <a:rPr lang="en-US" sz="1800" dirty="0"/>
              <a:t> the execution of the current thread for at least the specified </a:t>
            </a:r>
            <a:r>
              <a:rPr lang="en-US" sz="1800" b="1" u="sng" dirty="0" err="1"/>
              <a:t>sleep_duration</a:t>
            </a: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A </a:t>
            </a:r>
            <a:r>
              <a:rPr lang="en-US" sz="1800" b="1" u="sng" dirty="0"/>
              <a:t>steady clock </a:t>
            </a:r>
            <a:r>
              <a:rPr lang="en-US" sz="1800" dirty="0"/>
              <a:t>is used to measure the duration.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This function may block for longer than </a:t>
            </a:r>
            <a:r>
              <a:rPr lang="en-US" sz="1800" dirty="0" err="1"/>
              <a:t>sleep_duration</a:t>
            </a:r>
            <a:r>
              <a:rPr lang="en-US" sz="1800" dirty="0"/>
              <a:t> due to </a:t>
            </a:r>
            <a:r>
              <a:rPr lang="en-US" sz="1800" b="1" u="sng" dirty="0"/>
              <a:t>scheduling</a:t>
            </a:r>
            <a:r>
              <a:rPr lang="en-US" sz="1800" dirty="0"/>
              <a:t> or </a:t>
            </a:r>
            <a:r>
              <a:rPr lang="en-US" sz="1800" b="1" u="sng" dirty="0"/>
              <a:t>resource contention </a:t>
            </a:r>
            <a:r>
              <a:rPr lang="en-US" sz="1800" dirty="0"/>
              <a:t>delays.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4D3D6-CBB3-2AD7-06E7-4B36A215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00" y="2101247"/>
            <a:ext cx="7248525" cy="3286125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7DF8B4-F58F-D72E-73D9-51A56B39DD6B}"/>
              </a:ext>
            </a:extLst>
          </p:cNvPr>
          <p:cNvSpPr txBox="1"/>
          <p:nvPr/>
        </p:nvSpPr>
        <p:spPr>
          <a:xfrm>
            <a:off x="1010800" y="5580326"/>
            <a:ext cx="7248525" cy="276999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 u="sng"/>
            </a:lvl1pPr>
          </a:lstStyle>
          <a:p>
            <a:r>
              <a:rPr lang="en-US" b="0" u="none" dirty="0"/>
              <a:t>https://github.com/shidlingayya/Multithreading/blob/main/Multithreading_sleep_for_function.cpp</a:t>
            </a:r>
          </a:p>
        </p:txBody>
      </p:sp>
    </p:spTree>
    <p:extLst>
      <p:ext uri="{BB962C8B-B14F-4D97-AF65-F5344CB8AC3E}">
        <p14:creationId xmlns:p14="http://schemas.microsoft.com/office/powerpoint/2010/main" val="38706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363748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sleep_until</a:t>
            </a:r>
            <a:r>
              <a:rPr lang="en-US"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708D2-88F5-48DA-AA03-8EE8E28394F5}"/>
              </a:ext>
            </a:extLst>
          </p:cNvPr>
          <p:cNvSpPr txBox="1"/>
          <p:nvPr/>
        </p:nvSpPr>
        <p:spPr>
          <a:xfrm>
            <a:off x="693682" y="846463"/>
            <a:ext cx="9069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000000"/>
                </a:solidFill>
                <a:effectLst/>
                <a:latin typeface="DejaVuSans"/>
              </a:rPr>
              <a:t>Blocks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 the execution of the current thread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DejaVuSans"/>
              </a:rPr>
              <a:t>until specified </a:t>
            </a:r>
            <a:r>
              <a:rPr lang="en-US" b="1" u="sng" dirty="0">
                <a:solidFill>
                  <a:srgbClr val="000000"/>
                </a:solidFill>
                <a:latin typeface="DejaVuSans"/>
              </a:rPr>
              <a:t>sleep time 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has been reached.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210722-E178-F3D3-0E60-7D93A4FE7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37" y="1224075"/>
            <a:ext cx="7086600" cy="4787462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146132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2" y="415448"/>
            <a:ext cx="2004879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Joining thread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63643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Once a thread is started then another thread can wait for this new thread to finish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j</a:t>
            </a:r>
            <a:r>
              <a:rPr lang="en-US" sz="1800" dirty="0"/>
              <a:t>oin()- Create </a:t>
            </a:r>
            <a:r>
              <a:rPr lang="en-US" sz="1800" b="1" u="sng" dirty="0"/>
              <a:t>synchronization</a:t>
            </a:r>
            <a:r>
              <a:rPr lang="en-US" sz="1800" dirty="0"/>
              <a:t> between two threads – Ex: Before parent thread can exit, it can wait for child thread to finish its task	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67A5DB-7DEB-4B79-9298-719A16C5E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25" y="2323791"/>
            <a:ext cx="5723375" cy="3012413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A176C-AD97-4A55-B5F7-58225CC740D4}"/>
              </a:ext>
            </a:extLst>
          </p:cNvPr>
          <p:cNvSpPr txBox="1"/>
          <p:nvPr/>
        </p:nvSpPr>
        <p:spPr>
          <a:xfrm>
            <a:off x="693682" y="5411372"/>
            <a:ext cx="6269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Program will be terminated </a:t>
            </a:r>
            <a:r>
              <a:rPr lang="en-US" b="1" u="sng" dirty="0"/>
              <a:t>abnormal</a:t>
            </a:r>
            <a:r>
              <a:rPr lang="en-US" dirty="0"/>
              <a:t> if we invoke join() method </a:t>
            </a:r>
            <a:r>
              <a:rPr lang="en-US" b="1" u="sng" dirty="0"/>
              <a:t>twice</a:t>
            </a:r>
            <a:r>
              <a:rPr lang="en-US" dirty="0"/>
              <a:t> for same thread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It is same as nullptr check, we need to</a:t>
            </a:r>
            <a:r>
              <a:rPr lang="en-US" dirty="0"/>
              <a:t> have safe check </a:t>
            </a:r>
            <a:r>
              <a:rPr lang="en-US" b="1" u="sng" dirty="0"/>
              <a:t>joinable</a:t>
            </a:r>
            <a:r>
              <a:rPr lang="en-US" b="1" dirty="0"/>
              <a:t>() </a:t>
            </a:r>
            <a:r>
              <a:rPr lang="en-US" dirty="0"/>
              <a:t>method</a:t>
            </a:r>
            <a:r>
              <a:rPr lang="en-US" sz="1800" dirty="0"/>
              <a:t>	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5441E8-00BB-1E2C-5EB0-FF2FE57009B3}"/>
              </a:ext>
            </a:extLst>
          </p:cNvPr>
          <p:cNvCxnSpPr>
            <a:cxnSpLocks/>
          </p:cNvCxnSpPr>
          <p:nvPr/>
        </p:nvCxnSpPr>
        <p:spPr>
          <a:xfrm>
            <a:off x="7033121" y="842150"/>
            <a:ext cx="0" cy="5868662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41E6E4-FA42-1BD2-F514-1500231FE126}"/>
              </a:ext>
            </a:extLst>
          </p:cNvPr>
          <p:cNvSpPr txBox="1"/>
          <p:nvPr/>
        </p:nvSpPr>
        <p:spPr>
          <a:xfrm>
            <a:off x="7128371" y="3595490"/>
            <a:ext cx="47837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Ensuring </a:t>
            </a:r>
            <a:r>
              <a:rPr lang="en-US" sz="1600" b="1" u="sng" dirty="0"/>
              <a:t>Thread Completion </a:t>
            </a:r>
            <a:r>
              <a:rPr lang="en-US" sz="1600" dirty="0"/>
              <a:t>and Preventing Resource Leaks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Synchronization and Data Consistency- </a:t>
            </a:r>
            <a:r>
              <a:rPr lang="en-US" sz="1600" b="1" u="sng" dirty="0"/>
              <a:t>join() </a:t>
            </a:r>
            <a:r>
              <a:rPr lang="en-US" sz="1600" dirty="0"/>
              <a:t>acts as a synchronization point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Preventing </a:t>
            </a:r>
            <a:r>
              <a:rPr lang="en-US" sz="1600" b="1" u="sng" dirty="0"/>
              <a:t>Undefined Behavior </a:t>
            </a:r>
            <a:r>
              <a:rPr lang="en-US" sz="1600" dirty="0"/>
              <a:t>with Shared Resources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Reference: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D2D33-C04A-4586-1642-0BCC5E8FE2B5}"/>
              </a:ext>
            </a:extLst>
          </p:cNvPr>
          <p:cNvSpPr txBox="1"/>
          <p:nvPr/>
        </p:nvSpPr>
        <p:spPr>
          <a:xfrm>
            <a:off x="7540999" y="2658032"/>
            <a:ext cx="4371162" cy="461665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Multithreading/Multithreading_join_method.cpp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  <p:sp>
        <p:nvSpPr>
          <p:cNvPr id="7" name="AutoShape 2" descr="Thread Joining">
            <a:extLst>
              <a:ext uri="{FF2B5EF4-FFF2-40B4-BE49-F238E27FC236}">
                <a16:creationId xmlns:a16="http://schemas.microsoft.com/office/drawing/2014/main" id="{026BD0DF-A92F-F745-DBC8-57DF1DE3F8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AB84CD-802A-77A4-07FA-A7E03AD2D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371" y="899583"/>
            <a:ext cx="4839732" cy="2529417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393790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2" y="415448"/>
            <a:ext cx="2004879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Detaching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Detached threads are also called </a:t>
            </a:r>
            <a:r>
              <a:rPr lang="en-US" b="1" u="sng" dirty="0"/>
              <a:t>Daemon / Background threads</a:t>
            </a:r>
            <a:r>
              <a:rPr lang="en-US" sz="1800" b="1" u="sng" dirty="0"/>
              <a:t>	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After calling detach(), std::thread object is no longer associated with the actual thread of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2360E-6E3B-45D6-8722-7D7F8B4C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45" y="1525500"/>
            <a:ext cx="5732670" cy="3414161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88D63-EEF6-4930-A2B5-9A92BC021D79}"/>
              </a:ext>
            </a:extLst>
          </p:cNvPr>
          <p:cNvSpPr txBox="1"/>
          <p:nvPr/>
        </p:nvSpPr>
        <p:spPr>
          <a:xfrm>
            <a:off x="767255" y="5585992"/>
            <a:ext cx="10657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Before using join() or detach() methods it is always safe to use </a:t>
            </a:r>
            <a:r>
              <a:rPr lang="en-US" b="1" u="sng" dirty="0"/>
              <a:t>joinable</a:t>
            </a:r>
            <a:r>
              <a:rPr lang="en-US" dirty="0"/>
              <a:t>() call to ensure thread is </a:t>
            </a:r>
            <a:r>
              <a:rPr lang="en-US" b="1" u="sng" dirty="0"/>
              <a:t>already not joined or detached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After thread is created, there must be either </a:t>
            </a:r>
            <a:r>
              <a:rPr lang="en-US" b="1" u="sng" dirty="0"/>
              <a:t>join() </a:t>
            </a:r>
            <a:r>
              <a:rPr lang="en-US" dirty="0"/>
              <a:t>or </a:t>
            </a:r>
            <a:r>
              <a:rPr lang="en-US" b="1" u="sng" dirty="0"/>
              <a:t>detach() </a:t>
            </a:r>
            <a:r>
              <a:rPr lang="en-US" dirty="0"/>
              <a:t>method depends on requirement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If join or detach() either of them not used,  invoking class object can cause </a:t>
            </a:r>
            <a:r>
              <a:rPr lang="en-US" b="1" dirty="0"/>
              <a:t>abnormal termination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6B8806-3BB9-4E43-A990-0391092D17A0}"/>
              </a:ext>
            </a:extLst>
          </p:cNvPr>
          <p:cNvSpPr txBox="1">
            <a:spLocks/>
          </p:cNvSpPr>
          <p:nvPr/>
        </p:nvSpPr>
        <p:spPr>
          <a:xfrm>
            <a:off x="265355" y="5154977"/>
            <a:ext cx="221508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Important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36E6C-FD39-7483-C08D-85D9922CC60B}"/>
              </a:ext>
            </a:extLst>
          </p:cNvPr>
          <p:cNvSpPr txBox="1"/>
          <p:nvPr/>
        </p:nvSpPr>
        <p:spPr>
          <a:xfrm>
            <a:off x="6850203" y="3687774"/>
            <a:ext cx="491063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parent process may exit here due to thread executed independently..</a:t>
            </a:r>
          </a:p>
          <a:p>
            <a:r>
              <a:rPr lang="en-US" dirty="0"/>
              <a:t>Whereas in join() case parent process wait for child process to complete its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139AD-39C6-7579-0859-8CB524552A7B}"/>
              </a:ext>
            </a:extLst>
          </p:cNvPr>
          <p:cNvSpPr txBox="1"/>
          <p:nvPr/>
        </p:nvSpPr>
        <p:spPr>
          <a:xfrm>
            <a:off x="6850203" y="4936242"/>
            <a:ext cx="4910630" cy="461665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Multithreading/Multithreading_detach_function.cpp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61BA9-125D-2C80-B8A0-3524CE564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79" y="1525500"/>
            <a:ext cx="4847678" cy="2061146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1057366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2DEC-3DF4-E210-BC27-DF75BD4F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841EC8-2304-AE7B-7D03-A7076B06078A}"/>
              </a:ext>
            </a:extLst>
          </p:cNvPr>
          <p:cNvSpPr txBox="1"/>
          <p:nvPr/>
        </p:nvSpPr>
        <p:spPr>
          <a:xfrm>
            <a:off x="753580" y="592370"/>
            <a:ext cx="551780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dirty="0" err="1"/>
              <a:t>jthread</a:t>
            </a:r>
            <a:r>
              <a:rPr lang="en-US" sz="2000" dirty="0"/>
              <a:t> is newly introduced way of creating thread in </a:t>
            </a:r>
            <a:r>
              <a:rPr lang="en-US" sz="2000" dirty="0" err="1"/>
              <a:t>c++</a:t>
            </a:r>
            <a:r>
              <a:rPr lang="en-US" sz="2000" dirty="0"/>
              <a:t>20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std::</a:t>
            </a:r>
            <a:r>
              <a:rPr lang="en-US" sz="2000" b="1" dirty="0" err="1"/>
              <a:t>jthread</a:t>
            </a:r>
            <a:r>
              <a:rPr lang="en-US" sz="2000" b="1" dirty="0"/>
              <a:t> </a:t>
            </a:r>
            <a:r>
              <a:rPr lang="en-US" sz="2000" dirty="0"/>
              <a:t>is simply a </a:t>
            </a:r>
            <a:r>
              <a:rPr lang="en-US" sz="2000" b="1" u="sng" dirty="0"/>
              <a:t>wrapper class of std::thread</a:t>
            </a:r>
            <a:r>
              <a:rPr lang="en-US" sz="2000" dirty="0"/>
              <a:t>, and its most significant features are </a:t>
            </a:r>
            <a:r>
              <a:rPr lang="en-US" sz="2000" b="1" u="sng" dirty="0"/>
              <a:t>automatic joining</a:t>
            </a:r>
            <a:r>
              <a:rPr lang="en-US" sz="2000" dirty="0"/>
              <a:t> and </a:t>
            </a:r>
            <a:r>
              <a:rPr lang="en-US" sz="2000" b="1" u="sng" dirty="0"/>
              <a:t>cooperative interruption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u="sng" dirty="0"/>
              <a:t>destructor</a:t>
            </a:r>
            <a:r>
              <a:rPr lang="en-US" dirty="0"/>
              <a:t> of a std::thread object with an associated thread calls std::terminate if join() has not been called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means that </a:t>
            </a:r>
            <a:r>
              <a:rPr lang="en-US" b="1" u="sng" dirty="0"/>
              <a:t>developers</a:t>
            </a:r>
            <a:r>
              <a:rPr lang="en-US" dirty="0"/>
              <a:t> must carefully call </a:t>
            </a:r>
            <a:r>
              <a:rPr lang="en-US" b="1" u="sng" dirty="0"/>
              <a:t>join() </a:t>
            </a:r>
            <a:r>
              <a:rPr lang="en-US" dirty="0"/>
              <a:t>or </a:t>
            </a:r>
            <a:r>
              <a:rPr lang="en-US" b="1" u="sng" dirty="0"/>
              <a:t>detach() </a:t>
            </a:r>
            <a:r>
              <a:rPr lang="en-US" dirty="0"/>
              <a:t>before destroying a std::thread object to avoid program termination.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std::</a:t>
            </a:r>
            <a:r>
              <a:rPr lang="en-US" dirty="0" err="1"/>
              <a:t>jthread</a:t>
            </a:r>
            <a:r>
              <a:rPr lang="en-US" dirty="0"/>
              <a:t> inherently adheres to the </a:t>
            </a:r>
            <a:r>
              <a:rPr lang="en-US" b="1" u="sng" dirty="0"/>
              <a:t>Resource Acquisition Is Initialization (RAII) </a:t>
            </a:r>
            <a:r>
              <a:rPr lang="en-US" dirty="0"/>
              <a:t>principle, as it manages the joining of the thread automatically, ensuring proper cleanup even in the presence of exceptions</a:t>
            </a: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AAB787-7696-BB64-F5BC-06BCAAD80D4B}"/>
              </a:ext>
            </a:extLst>
          </p:cNvPr>
          <p:cNvSpPr txBox="1">
            <a:spLocks/>
          </p:cNvSpPr>
          <p:nvPr/>
        </p:nvSpPr>
        <p:spPr>
          <a:xfrm>
            <a:off x="286376" y="161356"/>
            <a:ext cx="2689731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u="sng" dirty="0"/>
              <a:t> </a:t>
            </a:r>
            <a:r>
              <a:rPr lang="en-US" sz="2200" b="1" u="sng" dirty="0" err="1"/>
              <a:t>jthread</a:t>
            </a:r>
            <a:r>
              <a:rPr lang="en-US" sz="2200" b="1" u="sng" dirty="0"/>
              <a:t> with C++20?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58C436-C0CA-E1E7-08E2-D26EBDCC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535" y="717567"/>
            <a:ext cx="4972744" cy="3162741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51C75E-EE31-F894-4CB2-95FCE2D225CB}"/>
              </a:ext>
            </a:extLst>
          </p:cNvPr>
          <p:cNvCxnSpPr>
            <a:cxnSpLocks/>
          </p:cNvCxnSpPr>
          <p:nvPr/>
        </p:nvCxnSpPr>
        <p:spPr>
          <a:xfrm>
            <a:off x="6409426" y="592371"/>
            <a:ext cx="0" cy="4994694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93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3423775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Passing arguments to 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arguments can be passed to thread call back function just like normal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202C5-34DC-47EE-9FB6-82DCEDFB3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2" y="1277477"/>
            <a:ext cx="4083269" cy="3419267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19FAAC-041A-4E6B-818E-61AFF120E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34" y="1277477"/>
            <a:ext cx="5265683" cy="3419267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D2527E-5646-4971-A807-D0630EB513E4}"/>
              </a:ext>
            </a:extLst>
          </p:cNvPr>
          <p:cNvSpPr txBox="1"/>
          <p:nvPr/>
        </p:nvSpPr>
        <p:spPr>
          <a:xfrm>
            <a:off x="5623034" y="4841859"/>
            <a:ext cx="5265683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incorrect way of passing arguments because “var” variable will go </a:t>
            </a:r>
            <a:r>
              <a:rPr lang="en-US" b="1" u="sng" dirty="0"/>
              <a:t>out of scope </a:t>
            </a:r>
            <a:r>
              <a:rPr lang="en-US" dirty="0"/>
              <a:t>even before function access this variable.. Need to </a:t>
            </a:r>
            <a:r>
              <a:rPr lang="en-US" b="1" u="sng" dirty="0"/>
              <a:t>avoid passing address or reference from one thread to another thread</a:t>
            </a:r>
          </a:p>
        </p:txBody>
      </p:sp>
    </p:spTree>
    <p:extLst>
      <p:ext uri="{BB962C8B-B14F-4D97-AF65-F5344CB8AC3E}">
        <p14:creationId xmlns:p14="http://schemas.microsoft.com/office/powerpoint/2010/main" val="253076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436970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Passing arguments to Threads continued…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Avoid sharing data between threads allocated in “</a:t>
            </a:r>
            <a:r>
              <a:rPr lang="en-US" b="1" u="sng" dirty="0"/>
              <a:t>heap segment</a:t>
            </a:r>
            <a:r>
              <a:rPr lang="en-US" dirty="0"/>
              <a:t>” – This could lead to segmentation fault if one thread access and other thread delete the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2527E-5646-4971-A807-D0630EB513E4}"/>
              </a:ext>
            </a:extLst>
          </p:cNvPr>
          <p:cNvSpPr txBox="1"/>
          <p:nvPr/>
        </p:nvSpPr>
        <p:spPr>
          <a:xfrm>
            <a:off x="693682" y="5200191"/>
            <a:ext cx="798449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incorrect way of passing arguments because “p” variable will delete even before another thread access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F33BB-1594-40BF-8193-1C45D8B2F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83" y="1492794"/>
            <a:ext cx="7984492" cy="3491698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11CC47-B443-B86D-356F-D73DFF9B3296}"/>
              </a:ext>
            </a:extLst>
          </p:cNvPr>
          <p:cNvSpPr txBox="1"/>
          <p:nvPr/>
        </p:nvSpPr>
        <p:spPr>
          <a:xfrm>
            <a:off x="693682" y="6062221"/>
            <a:ext cx="8044877" cy="276999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Multithreading/Multithreading_invalid_handling_heap_memory.cpp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73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436970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Passing arguments to Threads continued…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we are trying to pass the “refence” to other thread – normal way of “</a:t>
            </a:r>
            <a:r>
              <a:rPr lang="en-US" b="1" u="sng" dirty="0"/>
              <a:t>call by reference</a:t>
            </a:r>
            <a:r>
              <a:rPr lang="en-US" dirty="0"/>
              <a:t>” may not work..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Its because variable in the thread function threadCallback is reference to the temporary value copied at the </a:t>
            </a:r>
            <a:r>
              <a:rPr lang="en-US" b="1" u="sng" dirty="0"/>
              <a:t>new thread’s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E69F2-ADA2-4DCE-83AA-56D9298E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19" y="1769793"/>
            <a:ext cx="7353300" cy="3733800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C62249-A681-48DE-8B32-C1A0EDF01134}"/>
              </a:ext>
            </a:extLst>
          </p:cNvPr>
          <p:cNvSpPr txBox="1"/>
          <p:nvPr/>
        </p:nvSpPr>
        <p:spPr>
          <a:xfrm>
            <a:off x="8788619" y="1769793"/>
            <a:ext cx="303749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case </a:t>
            </a:r>
            <a:r>
              <a:rPr lang="en-US" b="1" u="sng" dirty="0"/>
              <a:t>x</a:t>
            </a:r>
            <a:r>
              <a:rPr lang="en-US" dirty="0"/>
              <a:t> is created in </a:t>
            </a:r>
            <a:r>
              <a:rPr lang="en-US" dirty="0" err="1"/>
              <a:t>threadObj</a:t>
            </a:r>
            <a:r>
              <a:rPr lang="en-US" dirty="0"/>
              <a:t> local stack hence modifying this value may not reflect in main thread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0A6E3-A344-081A-7601-DC96EBF60074}"/>
              </a:ext>
            </a:extLst>
          </p:cNvPr>
          <p:cNvSpPr txBox="1"/>
          <p:nvPr/>
        </p:nvSpPr>
        <p:spPr>
          <a:xfrm>
            <a:off x="1097711" y="5642000"/>
            <a:ext cx="7424208" cy="276999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Reference: Multithreading/Multithreading_passing_reference_incorrect.cpp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181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436970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Passing arguments to Threads continued…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previous problem can be avoided using </a:t>
            </a:r>
            <a:r>
              <a:rPr lang="en-US" b="1" u="sng" dirty="0"/>
              <a:t>std::ref</a:t>
            </a:r>
            <a:r>
              <a:rPr lang="en-US" dirty="0"/>
              <a:t> function call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E1BB4-57CA-4F39-A6FD-23905A76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19" y="1277478"/>
            <a:ext cx="7353300" cy="3857625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0751D-0717-460D-9B9A-1087275BA60E}"/>
              </a:ext>
            </a:extLst>
          </p:cNvPr>
          <p:cNvSpPr txBox="1"/>
          <p:nvPr/>
        </p:nvSpPr>
        <p:spPr>
          <a:xfrm>
            <a:off x="8715047" y="2883124"/>
            <a:ext cx="335083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std::ref creates an object that behaves similarly to a 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D7278-377A-636C-977D-C6E8EF82A03B}"/>
              </a:ext>
            </a:extLst>
          </p:cNvPr>
          <p:cNvSpPr txBox="1"/>
          <p:nvPr/>
        </p:nvSpPr>
        <p:spPr>
          <a:xfrm>
            <a:off x="1054579" y="5196786"/>
            <a:ext cx="7467340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Multithreading/Multithreading_passing_reference_correct.cpp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7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368653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Data Sharing and Race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two or more threads perform a set of operations in </a:t>
            </a:r>
            <a:r>
              <a:rPr lang="en-US" b="1" dirty="0"/>
              <a:t>parallel</a:t>
            </a:r>
            <a:r>
              <a:rPr lang="en-US" dirty="0"/>
              <a:t>, that access the </a:t>
            </a:r>
            <a:r>
              <a:rPr lang="en-US" b="1" dirty="0"/>
              <a:t>same memory </a:t>
            </a:r>
            <a:r>
              <a:rPr lang="en-US" dirty="0"/>
              <a:t>location.  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Also, one or more thread out of them modifies the data in that memory location, then this can lead to an </a:t>
            </a:r>
            <a:r>
              <a:rPr lang="en-US" b="1" u="sng" dirty="0"/>
              <a:t>unexpected</a:t>
            </a:r>
            <a:r>
              <a:rPr lang="en-US" dirty="0"/>
              <a:t> results sometimes.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Race conditions are usually hard to find and some times reproduce because they </a:t>
            </a:r>
            <a:r>
              <a:rPr lang="en-US" b="1" u="sng" dirty="0"/>
              <a:t>don’t occur every time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They will occur only when </a:t>
            </a:r>
            <a:r>
              <a:rPr lang="en-US" b="1" u="sng" dirty="0"/>
              <a:t>relative order of execution </a:t>
            </a:r>
            <a:r>
              <a:rPr lang="en-US" dirty="0"/>
              <a:t>of operations by two or more threads leads to an unexpected result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u="sng" dirty="0"/>
              <a:t>Synchronization methods</a:t>
            </a:r>
            <a:r>
              <a:rPr lang="en-US" dirty="0"/>
              <a:t> is used when data needs to be shared across multiple threads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E3E81-C236-434E-9566-721DD6BE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08" y="2877788"/>
            <a:ext cx="6000810" cy="2928997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AF92D-2F74-4937-A8E5-D9CD45D8ABBE}"/>
              </a:ext>
            </a:extLst>
          </p:cNvPr>
          <p:cNvSpPr txBox="1"/>
          <p:nvPr/>
        </p:nvSpPr>
        <p:spPr>
          <a:xfrm>
            <a:off x="7343537" y="2877788"/>
            <a:ext cx="3227384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The </a:t>
            </a:r>
            <a:r>
              <a:rPr lang="en-US" sz="1000" dirty="0" err="1"/>
              <a:t>cout</a:t>
            </a:r>
            <a:r>
              <a:rPr lang="en-US" sz="1000" dirty="0"/>
              <a:t> function is being accessed by two threads here in parallel.. Hence output may not be predictable.. output</a:t>
            </a:r>
          </a:p>
          <a:p>
            <a:r>
              <a:rPr lang="pt-BR" sz="1000" dirty="0"/>
              <a:t>A1</a:t>
            </a:r>
          </a:p>
          <a:p>
            <a:r>
              <a:rPr lang="pt-BR" sz="1000" dirty="0"/>
              <a:t>A2</a:t>
            </a:r>
          </a:p>
          <a:p>
            <a:r>
              <a:rPr lang="pt-BR" sz="1000" dirty="0"/>
              <a:t>A3</a:t>
            </a:r>
          </a:p>
          <a:p>
            <a:r>
              <a:rPr lang="pt-BR" sz="1000" dirty="0"/>
              <a:t>AB1</a:t>
            </a:r>
          </a:p>
          <a:p>
            <a:r>
              <a:rPr lang="pt-BR" sz="1000" dirty="0"/>
              <a:t>B2</a:t>
            </a:r>
          </a:p>
          <a:p>
            <a:r>
              <a:rPr lang="pt-BR" sz="1000" dirty="0"/>
              <a:t>B3</a:t>
            </a:r>
          </a:p>
          <a:p>
            <a:r>
              <a:rPr lang="pt-BR" sz="1000" dirty="0"/>
              <a:t>B4</a:t>
            </a:r>
          </a:p>
          <a:p>
            <a:r>
              <a:rPr lang="pt-BR" sz="1000" dirty="0"/>
              <a:t>B5</a:t>
            </a:r>
          </a:p>
          <a:p>
            <a:r>
              <a:rPr lang="pt-BR" sz="1000" dirty="0"/>
              <a:t>4</a:t>
            </a:r>
          </a:p>
          <a:p>
            <a:r>
              <a:rPr lang="pt-BR" sz="1000" dirty="0"/>
              <a:t>A5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1F42C-1837-CE62-7C05-3BB75CD664A9}"/>
              </a:ext>
            </a:extLst>
          </p:cNvPr>
          <p:cNvSpPr txBox="1"/>
          <p:nvPr/>
        </p:nvSpPr>
        <p:spPr>
          <a:xfrm>
            <a:off x="1109853" y="5993920"/>
            <a:ext cx="6104487" cy="276999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Multithreading/Multithreading_data_share_problem.cpp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960CD6-11F5-01F5-A524-7DCB5CD37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36" y="4909113"/>
            <a:ext cx="3227385" cy="14541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212380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86219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Locking options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1CE43B5-094A-1340-264A-4DA0F1E6E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76729"/>
              </p:ext>
            </p:extLst>
          </p:nvPr>
        </p:nvGraphicFramePr>
        <p:xfrm>
          <a:off x="623612" y="1031240"/>
          <a:ext cx="10657489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747">
                  <a:extLst>
                    <a:ext uri="{9D8B030D-6E8A-4147-A177-3AD203B41FA5}">
                      <a16:colId xmlns:a16="http://schemas.microsoft.com/office/drawing/2014/main" val="2427828744"/>
                    </a:ext>
                  </a:extLst>
                </a:gridCol>
                <a:gridCol w="8884742">
                  <a:extLst>
                    <a:ext uri="{9D8B030D-6E8A-4147-A177-3AD203B41FA5}">
                      <a16:colId xmlns:a16="http://schemas.microsoft.com/office/drawing/2014/main" val="51734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Locks the mutex, blocks if the mutex is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70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try_lock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Tries to lock the mutex, returns false if mutex not available else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try_lock_for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Tries to lock the mutex, returns if the mutex has been unavailable for specified timeout</a:t>
                      </a:r>
                    </a:p>
                    <a:p>
                      <a:r>
                        <a:rPr lang="en-US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3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try_lock_until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tries to lock the mutex, returns if the mutex has been unavailable until specified time point has been reached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37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Unlock the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7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866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048437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mutex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 avoid data racing problems – </a:t>
            </a:r>
            <a:r>
              <a:rPr lang="en-US" b="1" u="sng" dirty="0"/>
              <a:t>mutex</a:t>
            </a:r>
            <a:r>
              <a:rPr lang="en-US" dirty="0"/>
              <a:t> is used as follows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A4A3C-F6F7-44F5-BE14-2E340A18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80" y="1215795"/>
            <a:ext cx="7429500" cy="4795742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6DE092-3F9C-4D10-AE66-5F5C79CCD0E1}"/>
              </a:ext>
            </a:extLst>
          </p:cNvPr>
          <p:cNvSpPr txBox="1"/>
          <p:nvPr/>
        </p:nvSpPr>
        <p:spPr>
          <a:xfrm>
            <a:off x="8745922" y="1485883"/>
            <a:ext cx="3350830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output is always predictable here.. The </a:t>
            </a:r>
            <a:r>
              <a:rPr lang="en-US" dirty="0" err="1"/>
              <a:t>cout</a:t>
            </a:r>
            <a:r>
              <a:rPr lang="en-US" dirty="0"/>
              <a:t> is always either used from Thread2 or Thread3..</a:t>
            </a:r>
          </a:p>
          <a:p>
            <a:r>
              <a:rPr lang="en-US" dirty="0"/>
              <a:t>Once any thread acquired the source it will complete its task without context switching happens..</a:t>
            </a:r>
          </a:p>
        </p:txBody>
      </p:sp>
    </p:spTree>
    <p:extLst>
      <p:ext uri="{BB962C8B-B14F-4D97-AF65-F5344CB8AC3E}">
        <p14:creationId xmlns:p14="http://schemas.microsoft.com/office/powerpoint/2010/main" val="1650800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69012" y="301924"/>
            <a:ext cx="1311215" cy="36338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try_lock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C4A5C-E05E-6886-AB34-83856DB7BF39}"/>
              </a:ext>
            </a:extLst>
          </p:cNvPr>
          <p:cNvSpPr txBox="1"/>
          <p:nvPr/>
        </p:nvSpPr>
        <p:spPr>
          <a:xfrm>
            <a:off x="5641674" y="866065"/>
            <a:ext cx="584008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Tries to lock the mutex. If unable to lock it, simply returns false else true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E959ED-8193-7E03-B898-4AF20DBA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17" y="855727"/>
            <a:ext cx="5125165" cy="4344006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1F7411-28AB-4F35-02F5-21B05A0EB3C2}"/>
              </a:ext>
            </a:extLst>
          </p:cNvPr>
          <p:cNvSpPr txBox="1"/>
          <p:nvPr/>
        </p:nvSpPr>
        <p:spPr>
          <a:xfrm>
            <a:off x="217817" y="5345604"/>
            <a:ext cx="5240365" cy="461665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Multithreading/Multithreading_try_lock_example.cpp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24EFDC6-87D2-5F93-6683-E33ACB109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48041"/>
              </p:ext>
            </p:extLst>
          </p:nvPr>
        </p:nvGraphicFramePr>
        <p:xfrm>
          <a:off x="5641674" y="1748901"/>
          <a:ext cx="5840084" cy="2172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042">
                  <a:extLst>
                    <a:ext uri="{9D8B030D-6E8A-4147-A177-3AD203B41FA5}">
                      <a16:colId xmlns:a16="http://schemas.microsoft.com/office/drawing/2014/main" val="1496590004"/>
                    </a:ext>
                  </a:extLst>
                </a:gridCol>
                <a:gridCol w="2920042">
                  <a:extLst>
                    <a:ext uri="{9D8B030D-6E8A-4147-A177-3AD203B41FA5}">
                      <a16:colId xmlns:a16="http://schemas.microsoft.com/office/drawing/2014/main" val="3581440803"/>
                    </a:ext>
                  </a:extLst>
                </a:gridCol>
              </a:tblGrid>
              <a:tr h="419907">
                <a:tc>
                  <a:txBody>
                    <a:bodyPr/>
                    <a:lstStyle/>
                    <a:p>
                      <a:r>
                        <a:rPr lang="en-US" dirty="0"/>
                        <a:t>lock()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try_lock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390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Blocks indefinitely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Non-blocking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2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73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if misused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7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Mandatory critical sections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 work, real-time/UI, avoiding deadlocks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225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7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F016-255B-0B13-5127-5F2050FE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3A6B665-A11F-A1EF-F963-79596A39DA62}"/>
              </a:ext>
            </a:extLst>
          </p:cNvPr>
          <p:cNvSpPr txBox="1">
            <a:spLocks/>
          </p:cNvSpPr>
          <p:nvPr/>
        </p:nvSpPr>
        <p:spPr>
          <a:xfrm>
            <a:off x="234023" y="310347"/>
            <a:ext cx="1868244" cy="36338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try_lock_until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43166-A49D-D4EB-3A46-2BC35852013C}"/>
              </a:ext>
            </a:extLst>
          </p:cNvPr>
          <p:cNvSpPr txBox="1"/>
          <p:nvPr/>
        </p:nvSpPr>
        <p:spPr>
          <a:xfrm>
            <a:off x="6236897" y="759126"/>
            <a:ext cx="5840084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Tries to lock the mutex. </a:t>
            </a:r>
            <a:r>
              <a:rPr lang="en-US" b="1" u="sng" dirty="0"/>
              <a:t>Blocks</a:t>
            </a:r>
            <a:r>
              <a:rPr lang="en-US" dirty="0"/>
              <a:t> until specified </a:t>
            </a:r>
            <a:r>
              <a:rPr lang="en-US" b="1" u="sng" dirty="0" err="1"/>
              <a:t>timeout_time</a:t>
            </a:r>
            <a:r>
              <a:rPr lang="en-US" b="1" u="sng" dirty="0"/>
              <a:t> </a:t>
            </a:r>
            <a:r>
              <a:rPr lang="en-US" dirty="0"/>
              <a:t>has been reached or the lock is acquired, whichever comes first. On </a:t>
            </a:r>
            <a:r>
              <a:rPr lang="en-US" b="1" dirty="0"/>
              <a:t>successful</a:t>
            </a:r>
            <a:r>
              <a:rPr lang="en-US" dirty="0"/>
              <a:t> lock acquisition </a:t>
            </a:r>
            <a:r>
              <a:rPr lang="en-US" b="1" dirty="0"/>
              <a:t>returns true</a:t>
            </a:r>
            <a:r>
              <a:rPr lang="en-US" dirty="0"/>
              <a:t>, otherwise </a:t>
            </a:r>
            <a:r>
              <a:rPr lang="en-US" b="1" dirty="0"/>
              <a:t>returns false</a:t>
            </a:r>
          </a:p>
          <a:p>
            <a:endParaRPr lang="en-US" b="1" dirty="0"/>
          </a:p>
          <a:p>
            <a:r>
              <a:rPr lang="en-US" dirty="0"/>
              <a:t>If </a:t>
            </a:r>
            <a:r>
              <a:rPr lang="en-US" dirty="0" err="1"/>
              <a:t>try_lock_until</a:t>
            </a:r>
            <a:r>
              <a:rPr lang="en-US" dirty="0"/>
              <a:t> is called by a thread that already owns the mutex, the behavior is undefined.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A1560-6639-2595-C5C5-C87A7A6B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04" y="759126"/>
            <a:ext cx="5473396" cy="4899802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555BCF-08CE-1E02-3E94-C14EBF5F5209}"/>
              </a:ext>
            </a:extLst>
          </p:cNvPr>
          <p:cNvSpPr txBox="1"/>
          <p:nvPr/>
        </p:nvSpPr>
        <p:spPr>
          <a:xfrm>
            <a:off x="6236897" y="2944264"/>
            <a:ext cx="5840084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Avoiding Deadlocks in Multi-Resource systems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Time bounded Work (Audio Processing, Sensor Read/write 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Avoid blocking high priority threads (UI Thread, Network thread)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Graceful shutdown of worker threads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Used where blocking is Dangerous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AA973-8A9C-9060-721F-E09AB2F07E8E}"/>
              </a:ext>
            </a:extLst>
          </p:cNvPr>
          <p:cNvSpPr txBox="1"/>
          <p:nvPr/>
        </p:nvSpPr>
        <p:spPr>
          <a:xfrm>
            <a:off x="556404" y="5722604"/>
            <a:ext cx="5473396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Multithreading/Multithreading_try_until_example.cpp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890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048437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mutex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A7D1F-CFD1-9B70-A1F3-9E92DE662984}"/>
              </a:ext>
            </a:extLst>
          </p:cNvPr>
          <p:cNvSpPr txBox="1"/>
          <p:nvPr/>
        </p:nvSpPr>
        <p:spPr>
          <a:xfrm>
            <a:off x="662151" y="846463"/>
            <a:ext cx="10657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u="sng" dirty="0"/>
              <a:t>Mutual exclusion </a:t>
            </a:r>
            <a:r>
              <a:rPr lang="en-US" dirty="0"/>
              <a:t>algorithms </a:t>
            </a:r>
            <a:r>
              <a:rPr lang="en-US" b="1" u="sng" dirty="0"/>
              <a:t>prevent</a:t>
            </a:r>
            <a:r>
              <a:rPr lang="en-US" dirty="0"/>
              <a:t> multiple threads from </a:t>
            </a:r>
            <a:r>
              <a:rPr lang="en-US" b="1" u="sng" dirty="0"/>
              <a:t>simultaneously</a:t>
            </a:r>
            <a:r>
              <a:rPr lang="en-US" dirty="0"/>
              <a:t> </a:t>
            </a:r>
            <a:r>
              <a:rPr lang="en-US" b="1" u="sng" dirty="0"/>
              <a:t>accessing</a:t>
            </a:r>
            <a:r>
              <a:rPr lang="en-US" dirty="0"/>
              <a:t> shared resources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</a:t>
            </a:r>
            <a:r>
              <a:rPr lang="en-US" b="1" u="sng" dirty="0"/>
              <a:t>prevents data races </a:t>
            </a:r>
            <a:r>
              <a:rPr lang="en-US" dirty="0"/>
              <a:t>and provides support for </a:t>
            </a:r>
            <a:r>
              <a:rPr lang="en-US" b="1" u="sng" dirty="0"/>
              <a:t>synchronization</a:t>
            </a:r>
            <a:r>
              <a:rPr lang="en-US" dirty="0"/>
              <a:t> between threads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are different types of mutex introduced in C++11 and C++17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37C3DA7-C2E6-5670-E9B4-2147F93F4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422539"/>
              </p:ext>
            </p:extLst>
          </p:nvPr>
        </p:nvGraphicFramePr>
        <p:xfrm>
          <a:off x="1128109" y="1945640"/>
          <a:ext cx="10657489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132">
                  <a:extLst>
                    <a:ext uri="{9D8B030D-6E8A-4147-A177-3AD203B41FA5}">
                      <a16:colId xmlns:a16="http://schemas.microsoft.com/office/drawing/2014/main" val="2427828744"/>
                    </a:ext>
                  </a:extLst>
                </a:gridCol>
                <a:gridCol w="7476357">
                  <a:extLst>
                    <a:ext uri="{9D8B030D-6E8A-4147-A177-3AD203B41FA5}">
                      <a16:colId xmlns:a16="http://schemas.microsoft.com/office/drawing/2014/main" val="51734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mutex(C++11)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basic mutual exclusion facility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70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timed_mutex</a:t>
                      </a:r>
                      <a:r>
                        <a:rPr lang="en-US" dirty="0"/>
                        <a:t>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mutual exclusion facility which implements locking with a timeout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recursive_mutex</a:t>
                      </a:r>
                      <a:r>
                        <a:rPr lang="en-US" dirty="0"/>
                        <a:t>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mutual exclusion facility which can be locked recursively by the same thread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3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recursive_timed_mutex</a:t>
                      </a:r>
                      <a:r>
                        <a:rPr lang="en-US" dirty="0"/>
                        <a:t>(C++11)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mutual exclusion facility which can be locked recursively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the same thread and implements locking with a timeout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37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shared_mutex</a:t>
                      </a:r>
                      <a:r>
                        <a:rPr lang="en-US" dirty="0"/>
                        <a:t> 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shared mutual exclusion facility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7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Shared_timed_mutex</a:t>
                      </a:r>
                      <a:r>
                        <a:rPr lang="en-US" dirty="0"/>
                        <a:t> (C++11)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shared mutual exclusion facility locking with a timeout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36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389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185773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timed_mutex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timed_mutex</a:t>
            </a:r>
            <a:r>
              <a:rPr lang="en-US" dirty="0"/>
              <a:t> is synchronization primitive that can be used to </a:t>
            </a:r>
            <a:r>
              <a:rPr lang="en-US" b="1" u="sng" dirty="0"/>
              <a:t>protect</a:t>
            </a:r>
            <a:r>
              <a:rPr lang="en-US" dirty="0"/>
              <a:t> </a:t>
            </a:r>
            <a:r>
              <a:rPr lang="en-US" b="1" u="sng" dirty="0"/>
              <a:t>shared data </a:t>
            </a:r>
            <a:r>
              <a:rPr lang="en-US" dirty="0"/>
              <a:t>from being simultaneously by multiple threads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is similar to mutex, except it offers </a:t>
            </a:r>
            <a:r>
              <a:rPr lang="en-US" b="1" u="sng" dirty="0"/>
              <a:t>exclusive</a:t>
            </a:r>
            <a:r>
              <a:rPr lang="en-US" dirty="0"/>
              <a:t>, </a:t>
            </a:r>
            <a:r>
              <a:rPr lang="en-US" b="1" u="sng" dirty="0"/>
              <a:t>non-recursive</a:t>
            </a:r>
            <a:r>
              <a:rPr lang="en-US" dirty="0"/>
              <a:t>, </a:t>
            </a:r>
            <a:r>
              <a:rPr lang="en-US" b="1" u="sng" dirty="0"/>
              <a:t>ownership</a:t>
            </a:r>
            <a:r>
              <a:rPr lang="en-US" dirty="0"/>
              <a:t> semantics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addition, </a:t>
            </a:r>
            <a:r>
              <a:rPr lang="en-US" dirty="0" err="1"/>
              <a:t>timed_mutex</a:t>
            </a:r>
            <a:r>
              <a:rPr lang="en-US" dirty="0"/>
              <a:t> provides the ability to attempt to claim ownership of a </a:t>
            </a:r>
            <a:r>
              <a:rPr lang="en-US" dirty="0" err="1"/>
              <a:t>timed_mutex</a:t>
            </a:r>
            <a:r>
              <a:rPr lang="en-US" dirty="0"/>
              <a:t> via </a:t>
            </a:r>
            <a:r>
              <a:rPr lang="en-US" b="1" u="sng" dirty="0" err="1"/>
              <a:t>try_lock_for</a:t>
            </a:r>
            <a:r>
              <a:rPr lang="en-US" b="1" u="sng" dirty="0"/>
              <a:t>() </a:t>
            </a:r>
            <a:r>
              <a:rPr lang="en-US" dirty="0"/>
              <a:t>and </a:t>
            </a:r>
            <a:r>
              <a:rPr lang="en-US" b="1" u="sng" dirty="0" err="1"/>
              <a:t>try_lock_until</a:t>
            </a:r>
            <a:r>
              <a:rPr lang="en-US" b="1" u="sng" dirty="0"/>
              <a:t>() </a:t>
            </a:r>
            <a:r>
              <a:rPr lang="en-US" dirty="0"/>
              <a:t>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61BF9-D97D-0E82-65D9-E7776680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1" y="2342841"/>
            <a:ext cx="3576639" cy="26289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9EC7E7-A677-798A-1849-14DEF29B2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1" y="4971743"/>
            <a:ext cx="3576639" cy="14708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815505-B6D9-2F46-5EF8-068DC8ADB332}"/>
              </a:ext>
            </a:extLst>
          </p:cNvPr>
          <p:cNvSpPr txBox="1"/>
          <p:nvPr/>
        </p:nvSpPr>
        <p:spPr>
          <a:xfrm>
            <a:off x="6096000" y="3057508"/>
            <a:ext cx="3350830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Possible output:</a:t>
            </a:r>
          </a:p>
          <a:p>
            <a:endParaRPr lang="en-US" dirty="0"/>
          </a:p>
          <a:p>
            <a:r>
              <a:rPr lang="en-US" dirty="0"/>
              <a:t>[2] Failed </a:t>
            </a:r>
            <a:r>
              <a:rPr lang="en-US" dirty="0" err="1"/>
              <a:t>Failed</a:t>
            </a:r>
            <a:r>
              <a:rPr lang="en-US" dirty="0"/>
              <a:t> </a:t>
            </a:r>
            <a:r>
              <a:rPr lang="en-US" dirty="0" err="1"/>
              <a:t>Failed</a:t>
            </a:r>
            <a:endParaRPr lang="en-US" dirty="0"/>
          </a:p>
          <a:p>
            <a:r>
              <a:rPr lang="en-US" dirty="0"/>
              <a:t>[0] Success Failed </a:t>
            </a:r>
            <a:r>
              <a:rPr lang="en-US" dirty="0" err="1"/>
              <a:t>Failed</a:t>
            </a:r>
            <a:endParaRPr lang="en-US" dirty="0"/>
          </a:p>
          <a:p>
            <a:r>
              <a:rPr lang="en-US" dirty="0"/>
              <a:t>[3] Failed </a:t>
            </a:r>
            <a:r>
              <a:rPr lang="en-US" dirty="0" err="1"/>
              <a:t>Failed</a:t>
            </a:r>
            <a:r>
              <a:rPr lang="en-US" dirty="0"/>
              <a:t> </a:t>
            </a:r>
            <a:r>
              <a:rPr lang="en-US" dirty="0" err="1"/>
              <a:t>Failed</a:t>
            </a:r>
            <a:endParaRPr lang="en-US" dirty="0"/>
          </a:p>
          <a:p>
            <a:r>
              <a:rPr lang="en-US" dirty="0"/>
              <a:t>[1] Failed </a:t>
            </a:r>
            <a:r>
              <a:rPr lang="en-US" dirty="0" err="1"/>
              <a:t>Failed</a:t>
            </a:r>
            <a:r>
              <a:rPr lang="en-US" dirty="0"/>
              <a:t> </a:t>
            </a:r>
            <a:r>
              <a:rPr lang="en-US" dirty="0" err="1"/>
              <a:t>Failed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94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54543" y="236772"/>
            <a:ext cx="1857734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recursive	 mutex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30620" y="667787"/>
            <a:ext cx="106574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Assume that there is recursive function that acquires lock before calling itself as shown below: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Now the thread T1 will enter the function and locks itself. Again, it will recursively call the function, and </a:t>
            </a:r>
            <a:r>
              <a:rPr lang="en-US" b="1" u="sng" dirty="0"/>
              <a:t>tries to acquire the lock</a:t>
            </a:r>
            <a:r>
              <a:rPr lang="en-US" dirty="0"/>
              <a:t>. But it has already acquired the lock previously, it will wait for that lock to get unlocked. This will result in a </a:t>
            </a:r>
            <a:r>
              <a:rPr lang="en-US" b="1" u="sng" dirty="0"/>
              <a:t>dead lock </a:t>
            </a:r>
            <a:r>
              <a:rPr lang="en-US" dirty="0"/>
              <a:t>situation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When you lock using recursive mutex, it will first check if the mutex is locked. If the mutex is locked by the </a:t>
            </a:r>
            <a:r>
              <a:rPr lang="en-US" b="1" u="sng" dirty="0"/>
              <a:t>same thread </a:t>
            </a:r>
            <a:r>
              <a:rPr lang="en-US" dirty="0"/>
              <a:t>that is asking for the lock, then it will allow to lock multiple times.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Now again, the </a:t>
            </a:r>
            <a:r>
              <a:rPr lang="en-US" b="1" u="sng" dirty="0"/>
              <a:t>number of times you lock the mutex</a:t>
            </a:r>
            <a:r>
              <a:rPr lang="en-US" dirty="0"/>
              <a:t>, the </a:t>
            </a:r>
            <a:r>
              <a:rPr lang="en-US" b="1" u="sng" dirty="0"/>
              <a:t>same number of times unlock should be called</a:t>
            </a:r>
            <a:r>
              <a:rPr lang="en-US" dirty="0"/>
              <a:t>. But in our example, we have written unlock after the recursive call.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dirty="0"/>
              <a:t>Hence if we use </a:t>
            </a:r>
            <a:r>
              <a:rPr lang="en-US" b="1" u="sng" dirty="0"/>
              <a:t>normal mutex</a:t>
            </a:r>
            <a:r>
              <a:rPr lang="en-US" dirty="0"/>
              <a:t>, it will </a:t>
            </a:r>
            <a:r>
              <a:rPr lang="en-US" b="1" u="sng" dirty="0"/>
              <a:t>unlock only once</a:t>
            </a:r>
            <a:r>
              <a:rPr lang="en-US" dirty="0"/>
              <a:t>. But if you use recursive mutex, then it will call unlock for exact number of times it has locked.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dirty="0"/>
              <a:t>Recursive mutex will work for </a:t>
            </a:r>
            <a:r>
              <a:rPr lang="en-US" b="1" u="sng" dirty="0"/>
              <a:t>recursion</a:t>
            </a:r>
            <a:r>
              <a:rPr lang="en-US" dirty="0"/>
              <a:t> and also for </a:t>
            </a:r>
            <a:r>
              <a:rPr lang="en-US" b="1" u="sng" dirty="0"/>
              <a:t>looping</a:t>
            </a:r>
            <a:r>
              <a:rPr lang="en-US" dirty="0"/>
              <a:t> cases.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FCC3E-A75E-50CC-C46E-8252A8D4E424}"/>
              </a:ext>
            </a:extLst>
          </p:cNvPr>
          <p:cNvSpPr txBox="1"/>
          <p:nvPr/>
        </p:nvSpPr>
        <p:spPr>
          <a:xfrm>
            <a:off x="1073370" y="1037119"/>
            <a:ext cx="2689333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000" b="1" dirty="0" err="1"/>
              <a:t>recursive_function</a:t>
            </a:r>
            <a:r>
              <a:rPr lang="en-US" sz="1000" b="1" dirty="0"/>
              <a:t>()</a:t>
            </a:r>
          </a:p>
          <a:p>
            <a:r>
              <a:rPr lang="en-US" sz="1000" b="1" dirty="0"/>
              <a:t>{</a:t>
            </a:r>
          </a:p>
          <a:p>
            <a:r>
              <a:rPr lang="en-US" sz="1000" b="1" dirty="0"/>
              <a:t>          .</a:t>
            </a:r>
          </a:p>
          <a:p>
            <a:r>
              <a:rPr lang="en-US" sz="1000" b="1" dirty="0"/>
              <a:t>          .</a:t>
            </a:r>
          </a:p>
          <a:p>
            <a:r>
              <a:rPr lang="en-US" sz="1000" b="1" dirty="0"/>
              <a:t>          .</a:t>
            </a:r>
          </a:p>
          <a:p>
            <a:r>
              <a:rPr lang="en-US" sz="1000" b="1" dirty="0"/>
              <a:t>        </a:t>
            </a:r>
            <a:r>
              <a:rPr lang="en-US" sz="1000" b="1" dirty="0" err="1"/>
              <a:t>m.lock</a:t>
            </a:r>
            <a:r>
              <a:rPr lang="en-US" sz="1000" b="1" dirty="0"/>
              <a:t>();</a:t>
            </a:r>
          </a:p>
          <a:p>
            <a:r>
              <a:rPr lang="en-US" sz="1000" b="1" dirty="0"/>
              <a:t>        </a:t>
            </a:r>
            <a:r>
              <a:rPr lang="en-US" sz="1000" b="1" dirty="0" err="1"/>
              <a:t>recursive_function</a:t>
            </a:r>
            <a:r>
              <a:rPr lang="en-US" sz="1000" b="1" dirty="0"/>
              <a:t>();</a:t>
            </a:r>
          </a:p>
          <a:p>
            <a:r>
              <a:rPr lang="en-US" sz="1000" b="1" dirty="0"/>
              <a:t>        </a:t>
            </a:r>
            <a:r>
              <a:rPr lang="en-US" sz="1000" b="1" dirty="0" err="1"/>
              <a:t>m.unlock</a:t>
            </a:r>
            <a:r>
              <a:rPr lang="en-US" sz="1000" b="1" dirty="0"/>
              <a:t>();</a:t>
            </a:r>
          </a:p>
          <a:p>
            <a:r>
              <a:rPr lang="en-US" sz="1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1855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54542" y="236772"/>
            <a:ext cx="3297651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recursive	 mutex continued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A2D1D-AB57-3FA1-1638-D6BB8B5F1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13" y="890278"/>
            <a:ext cx="6321316" cy="4301832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1CDDAB-A377-365F-A2AF-1176E34B32B8}"/>
              </a:ext>
            </a:extLst>
          </p:cNvPr>
          <p:cNvSpPr txBox="1"/>
          <p:nvPr/>
        </p:nvSpPr>
        <p:spPr>
          <a:xfrm>
            <a:off x="7294179" y="1024801"/>
            <a:ext cx="3350830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o/p: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0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1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2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3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4</a:t>
            </a:r>
          </a:p>
          <a:p>
            <a:r>
              <a:rPr lang="en-US" dirty="0"/>
              <a:t>Thread 1 </a:t>
            </a:r>
            <a:r>
              <a:rPr lang="en-US" dirty="0" err="1"/>
              <a:t>cout</a:t>
            </a:r>
            <a:r>
              <a:rPr lang="en-US" dirty="0"/>
              <a:t> = 5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6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7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8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9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10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11</a:t>
            </a:r>
          </a:p>
          <a:p>
            <a:r>
              <a:rPr lang="en-US" dirty="0"/>
              <a:t>Thread 2 </a:t>
            </a:r>
            <a:r>
              <a:rPr lang="en-US" dirty="0" err="1"/>
              <a:t>cout</a:t>
            </a:r>
            <a:r>
              <a:rPr lang="en-US" dirty="0"/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2289218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1313795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Lock Types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6F9F0C-E09E-F0B4-61F5-36A8CAFDF975}"/>
              </a:ext>
            </a:extLst>
          </p:cNvPr>
          <p:cNvSpPr/>
          <p:nvPr/>
        </p:nvSpPr>
        <p:spPr>
          <a:xfrm>
            <a:off x="2599932" y="345982"/>
            <a:ext cx="7998374" cy="2206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simplest lock and holds </a:t>
            </a:r>
            <a:r>
              <a:rPr lang="en-US" b="1" u="sng" dirty="0">
                <a:solidFill>
                  <a:schemeClr val="tx1"/>
                </a:solidFill>
              </a:rPr>
              <a:t>lock inside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class lock_guard is a mutex wrapper that provides a convenient </a:t>
            </a:r>
            <a:r>
              <a:rPr lang="en-US" b="1" u="sng" dirty="0">
                <a:solidFill>
                  <a:schemeClr val="tx1"/>
                </a:solidFill>
              </a:rPr>
              <a:t>RAII-style</a:t>
            </a:r>
            <a:r>
              <a:rPr lang="en-US" dirty="0">
                <a:solidFill>
                  <a:schemeClr val="tx1"/>
                </a:solidFill>
              </a:rPr>
              <a:t> mechanism for owning a mutex for the duration of a </a:t>
            </a:r>
            <a:r>
              <a:rPr lang="en-US" b="1" u="sng" dirty="0">
                <a:solidFill>
                  <a:schemeClr val="tx1"/>
                </a:solidFill>
              </a:rPr>
              <a:t>scoped block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When a </a:t>
            </a:r>
            <a:r>
              <a:rPr lang="en-US" b="1" u="sng" dirty="0">
                <a:solidFill>
                  <a:schemeClr val="tx1"/>
                </a:solidFill>
              </a:rPr>
              <a:t>lock_guard object is created</a:t>
            </a:r>
            <a:r>
              <a:rPr lang="en-US" dirty="0">
                <a:solidFill>
                  <a:schemeClr val="tx1"/>
                </a:solidFill>
              </a:rPr>
              <a:t>, it attempts to </a:t>
            </a:r>
            <a:r>
              <a:rPr lang="en-US" b="1" u="sng" dirty="0">
                <a:solidFill>
                  <a:schemeClr val="tx1"/>
                </a:solidFill>
              </a:rPr>
              <a:t>take ownership </a:t>
            </a:r>
            <a:r>
              <a:rPr lang="en-US" dirty="0">
                <a:solidFill>
                  <a:schemeClr val="tx1"/>
                </a:solidFill>
              </a:rPr>
              <a:t>of the mutex it is given. When control leaves the scope in which the lock_guard object was created, the lock_guard is destructed and the </a:t>
            </a:r>
            <a:r>
              <a:rPr lang="en-US" b="1" u="sng" dirty="0">
                <a:solidFill>
                  <a:schemeClr val="tx1"/>
                </a:solidFill>
              </a:rPr>
              <a:t>mutex is released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lock_guard class is </a:t>
            </a:r>
            <a:r>
              <a:rPr lang="en-US" b="1" u="sng" dirty="0">
                <a:solidFill>
                  <a:schemeClr val="tx1"/>
                </a:solidFill>
              </a:rPr>
              <a:t>non-copyable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F9FDA-5F36-EC71-C298-C2D378C2AD8E}"/>
              </a:ext>
            </a:extLst>
          </p:cNvPr>
          <p:cNvSpPr/>
          <p:nvPr/>
        </p:nvSpPr>
        <p:spPr>
          <a:xfrm>
            <a:off x="2599932" y="2917450"/>
            <a:ext cx="7998374" cy="17668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scoped_lock</a:t>
            </a:r>
            <a:r>
              <a:rPr lang="en-US" dirty="0">
                <a:solidFill>
                  <a:schemeClr val="tx1"/>
                </a:solidFill>
              </a:rPr>
              <a:t> is a strictly </a:t>
            </a:r>
            <a:r>
              <a:rPr lang="en-US" b="1" u="sng" dirty="0">
                <a:solidFill>
                  <a:schemeClr val="tx1"/>
                </a:solidFill>
              </a:rPr>
              <a:t>superior</a:t>
            </a:r>
            <a:r>
              <a:rPr lang="en-US" dirty="0">
                <a:solidFill>
                  <a:schemeClr val="tx1"/>
                </a:solidFill>
              </a:rPr>
              <a:t> version of lock_guard that locks an </a:t>
            </a:r>
            <a:r>
              <a:rPr lang="en-US" b="1" u="sng" dirty="0">
                <a:solidFill>
                  <a:schemeClr val="tx1"/>
                </a:solidFill>
              </a:rPr>
              <a:t>arbitrary number of mutexes </a:t>
            </a:r>
            <a:r>
              <a:rPr lang="en-US" dirty="0">
                <a:solidFill>
                  <a:schemeClr val="tx1"/>
                </a:solidFill>
              </a:rPr>
              <a:t>all at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single and important difference is that </a:t>
            </a:r>
            <a:r>
              <a:rPr lang="en-US" b="1" u="sng" dirty="0">
                <a:solidFill>
                  <a:schemeClr val="tx1"/>
                </a:solidFill>
              </a:rPr>
              <a:t>std::</a:t>
            </a:r>
            <a:r>
              <a:rPr lang="en-US" b="1" u="sng" dirty="0" err="1">
                <a:solidFill>
                  <a:schemeClr val="tx1"/>
                </a:solidFill>
              </a:rPr>
              <a:t>scoped_lock</a:t>
            </a:r>
            <a:r>
              <a:rPr lang="en-US" b="1" u="sng" dirty="0">
                <a:solidFill>
                  <a:schemeClr val="tx1"/>
                </a:solidFill>
              </a:rPr>
              <a:t> has a variadic constructor taking more than one mutex</a:t>
            </a:r>
          </a:p>
          <a:p>
            <a:r>
              <a:rPr lang="en-US" dirty="0">
                <a:solidFill>
                  <a:schemeClr val="tx1"/>
                </a:solidFill>
              </a:rPr>
              <a:t>      std::</a:t>
            </a:r>
            <a:r>
              <a:rPr lang="en-US" dirty="0" err="1">
                <a:solidFill>
                  <a:schemeClr val="tx1"/>
                </a:solidFill>
              </a:rPr>
              <a:t>scoped_lock</a:t>
            </a:r>
            <a:r>
              <a:rPr lang="en-US" dirty="0">
                <a:solidFill>
                  <a:schemeClr val="tx1"/>
                </a:solidFill>
              </a:rPr>
              <a:t>&lt;std::mutex, std::mutex&gt; lock(mutex1, mutex2);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CB0AE9-2FEB-EC34-82AE-9CCF46174539}"/>
              </a:ext>
            </a:extLst>
          </p:cNvPr>
          <p:cNvSpPr txBox="1"/>
          <p:nvPr/>
        </p:nvSpPr>
        <p:spPr>
          <a:xfrm>
            <a:off x="378157" y="1295720"/>
            <a:ext cx="168165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std::</a:t>
            </a:r>
            <a:r>
              <a:rPr lang="en-US" dirty="0" err="1"/>
              <a:t>lock_guard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A798B-C1BB-9479-761A-FC0C6222D08B}"/>
              </a:ext>
            </a:extLst>
          </p:cNvPr>
          <p:cNvSpPr txBox="1"/>
          <p:nvPr/>
        </p:nvSpPr>
        <p:spPr>
          <a:xfrm>
            <a:off x="311005" y="3667675"/>
            <a:ext cx="175523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std::</a:t>
            </a:r>
            <a:r>
              <a:rPr lang="en-US" dirty="0" err="1"/>
              <a:t>scoped_lock</a:t>
            </a:r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64D917E-50B2-90FC-A642-3EE4C1BFFBA3}"/>
              </a:ext>
            </a:extLst>
          </p:cNvPr>
          <p:cNvSpPr/>
          <p:nvPr/>
        </p:nvSpPr>
        <p:spPr>
          <a:xfrm>
            <a:off x="2103321" y="1294246"/>
            <a:ext cx="496611" cy="29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75F0159-AB79-29CB-469B-B67BA2741F3E}"/>
              </a:ext>
            </a:extLst>
          </p:cNvPr>
          <p:cNvSpPr/>
          <p:nvPr/>
        </p:nvSpPr>
        <p:spPr>
          <a:xfrm>
            <a:off x="2086416" y="3703108"/>
            <a:ext cx="496611" cy="29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E0C5BD-8D24-B889-7251-B6013EEA3258}"/>
              </a:ext>
            </a:extLst>
          </p:cNvPr>
          <p:cNvSpPr/>
          <p:nvPr/>
        </p:nvSpPr>
        <p:spPr>
          <a:xfrm>
            <a:off x="2625908" y="4992414"/>
            <a:ext cx="7998374" cy="129415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similar to std::lock_guard except that this lock can be </a:t>
            </a:r>
            <a:r>
              <a:rPr lang="en-US" b="1" u="sng" dirty="0">
                <a:solidFill>
                  <a:schemeClr val="tx1"/>
                </a:solidFill>
              </a:rPr>
              <a:t>moved</a:t>
            </a:r>
            <a:r>
              <a:rPr lang="en-US" dirty="0">
                <a:solidFill>
                  <a:schemeClr val="tx1"/>
                </a:solidFill>
              </a:rPr>
              <a:t> from one function to other function using std::move()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DejaVuSans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mplements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DejaVuSans"/>
              </a:rPr>
              <a:t>movable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 mutex ownership wrapper</a:t>
            </a:r>
            <a:endParaRPr lang="en-US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DejaVuSans"/>
              </a:rPr>
              <a:t>The class </a:t>
            </a:r>
            <a:r>
              <a:rPr lang="en-US" dirty="0" err="1">
                <a:solidFill>
                  <a:srgbClr val="000000"/>
                </a:solidFill>
                <a:latin typeface="DejaVuSans"/>
              </a:rPr>
              <a:t>unique_lock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 is </a:t>
            </a:r>
            <a:r>
              <a:rPr lang="en-US" b="1" u="sng" dirty="0">
                <a:solidFill>
                  <a:srgbClr val="000000"/>
                </a:solidFill>
                <a:latin typeface="DejaVuSans"/>
              </a:rPr>
              <a:t>movable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but </a:t>
            </a:r>
            <a:r>
              <a:rPr lang="en-US" b="1" u="sng" dirty="0">
                <a:solidFill>
                  <a:srgbClr val="000000"/>
                </a:solidFill>
                <a:latin typeface="DejaVuSans"/>
              </a:rPr>
              <a:t>not copyable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53A828-A237-8E06-2C0B-D0240777EBDB}"/>
              </a:ext>
            </a:extLst>
          </p:cNvPr>
          <p:cNvSpPr txBox="1"/>
          <p:nvPr/>
        </p:nvSpPr>
        <p:spPr>
          <a:xfrm>
            <a:off x="339433" y="5385080"/>
            <a:ext cx="175523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std::</a:t>
            </a:r>
            <a:r>
              <a:rPr lang="en-US" dirty="0" err="1"/>
              <a:t>unique_lock</a:t>
            </a:r>
            <a:endParaRPr lang="en-US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E53DFEE-0BA1-9733-0F81-DE7EDBD29281}"/>
              </a:ext>
            </a:extLst>
          </p:cNvPr>
          <p:cNvSpPr/>
          <p:nvPr/>
        </p:nvSpPr>
        <p:spPr>
          <a:xfrm>
            <a:off x="2094663" y="5420514"/>
            <a:ext cx="496611" cy="298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89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1797271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Lock_gaurd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02DC2-C1A7-2FED-9A60-37296DE39991}"/>
              </a:ext>
            </a:extLst>
          </p:cNvPr>
          <p:cNvSpPr txBox="1"/>
          <p:nvPr/>
        </p:nvSpPr>
        <p:spPr>
          <a:xfrm>
            <a:off x="7031421" y="2167786"/>
            <a:ext cx="5013434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44444"/>
                </a:solidFill>
                <a:latin typeface="Helvetica Neue"/>
              </a:rPr>
              <a:t>When a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lock_guard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object is created, it attempts to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take ownership 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of the mutex it is given. When control leaves the scope in which 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lock_guard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object was created, 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lock_guard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is destructed and the mutex is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released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.</a:t>
            </a:r>
          </a:p>
          <a:p>
            <a:endParaRPr lang="en-US" dirty="0">
              <a:solidFill>
                <a:srgbClr val="444444"/>
              </a:solidFill>
              <a:latin typeface="Helvetica Neue"/>
            </a:endParaRPr>
          </a:p>
          <a:p>
            <a:r>
              <a:rPr lang="en-US" dirty="0">
                <a:solidFill>
                  <a:srgbClr val="444444"/>
                </a:solidFill>
                <a:latin typeface="Helvetica Neue"/>
              </a:rPr>
              <a:t>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lock_guard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class is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non-copyable</a:t>
            </a:r>
            <a:endParaRPr lang="en-US" b="1" u="sn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89B3D-9ED6-3B02-C718-137E3DBB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35" y="599181"/>
            <a:ext cx="6305550" cy="5257800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E62AB3-486D-FF49-AD64-2AB2F596201B}"/>
              </a:ext>
            </a:extLst>
          </p:cNvPr>
          <p:cNvSpPr/>
          <p:nvPr/>
        </p:nvSpPr>
        <p:spPr>
          <a:xfrm>
            <a:off x="1077309" y="2167786"/>
            <a:ext cx="3216165" cy="23122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1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91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1797271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scoped_lock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02DC2-C1A7-2FED-9A60-37296DE39991}"/>
              </a:ext>
            </a:extLst>
          </p:cNvPr>
          <p:cNvSpPr txBox="1"/>
          <p:nvPr/>
        </p:nvSpPr>
        <p:spPr>
          <a:xfrm>
            <a:off x="6271404" y="1684310"/>
            <a:ext cx="5673603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44444"/>
                </a:solidFill>
                <a:latin typeface="Helvetica Neue"/>
              </a:rPr>
              <a:t>When a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scoped_lock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object is created, it attempts to take ownership of the mutexes it is given. When control leaves the scope in which 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scoped_lock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object was created, 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scoped_lock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is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destructed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and the mutexes are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released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, in reverse order. If several mutexes are given, deadlock avoidance algorithm is used as if by std::lock.</a:t>
            </a:r>
          </a:p>
          <a:p>
            <a:endParaRPr lang="en-US" dirty="0">
              <a:solidFill>
                <a:srgbClr val="444444"/>
              </a:solidFill>
              <a:latin typeface="Helvetica Neue"/>
            </a:endParaRPr>
          </a:p>
          <a:p>
            <a:r>
              <a:rPr lang="en-US" dirty="0">
                <a:solidFill>
                  <a:srgbClr val="444444"/>
                </a:solidFill>
                <a:latin typeface="Helvetica Neue"/>
              </a:rPr>
              <a:t>The </a:t>
            </a:r>
            <a:r>
              <a:rPr lang="en-US" dirty="0" err="1">
                <a:solidFill>
                  <a:srgbClr val="444444"/>
                </a:solidFill>
                <a:latin typeface="Helvetica Neue"/>
              </a:rPr>
              <a:t>scoped_lock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 class is </a:t>
            </a:r>
            <a:r>
              <a:rPr lang="en-US" b="1" u="sng" dirty="0">
                <a:solidFill>
                  <a:srgbClr val="444444"/>
                </a:solidFill>
                <a:latin typeface="Helvetica Neue"/>
              </a:rPr>
              <a:t>non-copyable</a:t>
            </a:r>
            <a:r>
              <a:rPr lang="en-US" dirty="0">
                <a:solidFill>
                  <a:srgbClr val="444444"/>
                </a:solidFill>
                <a:latin typeface="Helvetica Neue"/>
              </a:rPr>
              <a:t>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8ADE88-A867-D943-6B72-85BB7F6A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50" y="595757"/>
            <a:ext cx="5531781" cy="5039428"/>
          </a:xfrm>
          <a:prstGeom prst="rect">
            <a:avLst/>
          </a:prstGeom>
          <a:ln w="25400">
            <a:solidFill>
              <a:schemeClr val="accent1"/>
            </a:solidFill>
            <a:prstDash val="sys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17ED7F-29E4-604A-7CDA-9E67A878E7E0}"/>
              </a:ext>
            </a:extLst>
          </p:cNvPr>
          <p:cNvSpPr txBox="1"/>
          <p:nvPr/>
        </p:nvSpPr>
        <p:spPr>
          <a:xfrm>
            <a:off x="454950" y="5799927"/>
            <a:ext cx="5531781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Multithreading/Multithreading_scoped_lock_example.cpp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2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8B12-12DC-AEDD-DC10-E6C10226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CEB897D-3E9C-DD4E-1F97-EB397BA20A6E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3694586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Compare types of locking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7C40F-2FF5-0457-3272-70562E51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3" y="431015"/>
            <a:ext cx="8581993" cy="49649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333792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41056" y="204951"/>
            <a:ext cx="4734793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Condition Variables in Threads (</a:t>
            </a:r>
            <a:r>
              <a:rPr lang="en-US" sz="2000" dirty="0" err="1"/>
              <a:t>unique_lock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635966"/>
            <a:ext cx="10657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 condition variable is an object able to block the </a:t>
            </a:r>
            <a:r>
              <a:rPr lang="en-US" b="1" u="sng" dirty="0"/>
              <a:t>calling thread until notified to resume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It uses a </a:t>
            </a:r>
            <a:r>
              <a:rPr lang="en-US" b="1" dirty="0" err="1"/>
              <a:t>unique_lock</a:t>
            </a:r>
            <a:r>
              <a:rPr lang="en-US" b="1" dirty="0"/>
              <a:t> </a:t>
            </a:r>
            <a:r>
              <a:rPr lang="en-US" dirty="0"/>
              <a:t>(over a mutex) to lock the thread when one of its wait functions is called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thread </a:t>
            </a:r>
            <a:r>
              <a:rPr lang="en-US" b="1" u="sng" dirty="0"/>
              <a:t>remains blocked </a:t>
            </a:r>
            <a:r>
              <a:rPr lang="en-US" dirty="0"/>
              <a:t>until woken up by another thread that calls a </a:t>
            </a:r>
            <a:r>
              <a:rPr lang="en-US" b="1" u="sng" dirty="0"/>
              <a:t>notification</a:t>
            </a:r>
            <a:r>
              <a:rPr lang="en-US" dirty="0"/>
              <a:t> function on the same </a:t>
            </a:r>
            <a:r>
              <a:rPr lang="en-US" dirty="0" err="1"/>
              <a:t>condition_variable</a:t>
            </a:r>
            <a:r>
              <a:rPr lang="en-US" dirty="0"/>
              <a:t> object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611B67-2323-4FF8-8346-66CBEA324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44" y="1836295"/>
            <a:ext cx="5562682" cy="39123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FE7AD1-D5E6-4685-A727-EFF75F6C10DC}"/>
              </a:ext>
            </a:extLst>
          </p:cNvPr>
          <p:cNvSpPr txBox="1"/>
          <p:nvPr/>
        </p:nvSpPr>
        <p:spPr>
          <a:xfrm>
            <a:off x="6890243" y="1836295"/>
            <a:ext cx="518673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Here thread t1 goes to sleep state until data is ready notification from the t2…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4D533-6AAF-67C0-F518-1BCC667C6BF9}"/>
              </a:ext>
            </a:extLst>
          </p:cNvPr>
          <p:cNvSpPr txBox="1"/>
          <p:nvPr/>
        </p:nvSpPr>
        <p:spPr>
          <a:xfrm>
            <a:off x="1140044" y="5898868"/>
            <a:ext cx="5562682" cy="646331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3"/>
              </a:rPr>
              <a:t>Multithreading/Multithreading_unique_lock_cv_variable.cpp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/Multithreading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16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7467-0DD2-12C6-41CC-F5DC351C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58486EA-C6E8-F416-C9D8-76AD97059200}"/>
              </a:ext>
            </a:extLst>
          </p:cNvPr>
          <p:cNvSpPr txBox="1">
            <a:spLocks/>
          </p:cNvSpPr>
          <p:nvPr/>
        </p:nvSpPr>
        <p:spPr>
          <a:xfrm>
            <a:off x="0" y="199940"/>
            <a:ext cx="2351720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Atomic 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4820C-28BE-F516-2485-A78335FE5A8C}"/>
              </a:ext>
            </a:extLst>
          </p:cNvPr>
          <p:cNvSpPr txBox="1"/>
          <p:nvPr/>
        </p:nvSpPr>
        <p:spPr>
          <a:xfrm>
            <a:off x="667803" y="720711"/>
            <a:ext cx="10657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Multithreaded applications – if more than one thread try to access &amp; modify shared data simultaneously, which can lead to </a:t>
            </a:r>
            <a:r>
              <a:rPr lang="en-US" b="1" u="sng" dirty="0"/>
              <a:t>data race </a:t>
            </a:r>
            <a:r>
              <a:rPr lang="en-US" dirty="0"/>
              <a:t>and </a:t>
            </a:r>
            <a:r>
              <a:rPr lang="en-US" b="1" u="sng" dirty="0"/>
              <a:t>unpredictable</a:t>
            </a:r>
            <a:r>
              <a:rPr lang="en-US" dirty="0"/>
              <a:t> behavior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problem can be solved multiple ways – one of the way is </a:t>
            </a:r>
            <a:r>
              <a:rPr lang="en-US" b="1" u="sng" dirty="0"/>
              <a:t>Atomic variable </a:t>
            </a:r>
            <a:r>
              <a:rPr lang="en-US" b="1" dirty="0"/>
              <a:t>or </a:t>
            </a:r>
            <a:r>
              <a:rPr lang="en-US" b="1" u="sng" dirty="0"/>
              <a:t>Mutex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&lt;atomic&gt;: Solve the problem by providing atomic operations allowing threads to access and modify variables safely </a:t>
            </a:r>
            <a:r>
              <a:rPr lang="en-US" b="1" u="sng" dirty="0"/>
              <a:t>without explicit locks </a:t>
            </a:r>
            <a:r>
              <a:rPr lang="en-US" dirty="0"/>
              <a:t>or </a:t>
            </a:r>
            <a:r>
              <a:rPr lang="en-US" b="1" u="sng" dirty="0"/>
              <a:t>synchronization</a:t>
            </a:r>
            <a:r>
              <a:rPr lang="en-US" dirty="0"/>
              <a:t> mechanisms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atomic operation – </a:t>
            </a:r>
            <a:r>
              <a:rPr lang="en-US" b="1" u="sng" dirty="0"/>
              <a:t>concurrent data </a:t>
            </a:r>
            <a:r>
              <a:rPr lang="en-US" dirty="0"/>
              <a:t>access is regulated by a </a:t>
            </a:r>
            <a:r>
              <a:rPr lang="en-US" b="1" u="sng" dirty="0"/>
              <a:t>memory model </a:t>
            </a:r>
            <a:r>
              <a:rPr lang="en-US" dirty="0"/>
              <a:t>for which the </a:t>
            </a:r>
            <a:r>
              <a:rPr lang="en-US" b="1" u="sng" dirty="0"/>
              <a:t>behavior is well-defined</a:t>
            </a:r>
            <a:r>
              <a:rPr lang="en-US" dirty="0"/>
              <a:t> if one thread tries to access the data that another thread is currently accessing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7391C-FF33-9275-D9C4-AB61257CF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52" y="3001992"/>
            <a:ext cx="3469484" cy="3440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5740B-5C3A-C88E-F5EC-E2732A94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02" y="3001992"/>
            <a:ext cx="6311847" cy="1499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AF2E0-7D0D-B0F9-73BE-9DE186A7D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299" y="4591108"/>
            <a:ext cx="6105468" cy="18514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51299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475563" y="415448"/>
            <a:ext cx="3199290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Atomic variable continued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FE460-D949-40B4-B0B2-74A80DB9E014}"/>
              </a:ext>
            </a:extLst>
          </p:cNvPr>
          <p:cNvSpPr txBox="1"/>
          <p:nvPr/>
        </p:nvSpPr>
        <p:spPr>
          <a:xfrm>
            <a:off x="693682" y="846463"/>
            <a:ext cx="10657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Atomic types are types that encapsulate a value whose access is guaranteed to </a:t>
            </a:r>
            <a:r>
              <a:rPr lang="en-US" b="1" u="sng" dirty="0"/>
              <a:t>not cause data races </a:t>
            </a:r>
            <a:r>
              <a:rPr lang="en-US" dirty="0"/>
              <a:t>and can be used to </a:t>
            </a:r>
            <a:r>
              <a:rPr lang="en-US" b="1" u="sng" dirty="0"/>
              <a:t>synchronize memory accesses </a:t>
            </a:r>
            <a:r>
              <a:rPr lang="en-US" dirty="0"/>
              <a:t>among different threads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atomic type is implemented using </a:t>
            </a:r>
            <a:r>
              <a:rPr lang="en-US" b="1" u="sng" dirty="0"/>
              <a:t>mutex locks</a:t>
            </a:r>
            <a:r>
              <a:rPr lang="en-US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If one thread acquires the mutex lock, then no other thread can acquire it until it is released by that particular thread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Objects of atomic types are the only C++ objects that are </a:t>
            </a:r>
            <a:r>
              <a:rPr lang="en-US" b="1" u="sng" dirty="0"/>
              <a:t>free from data races</a:t>
            </a:r>
            <a:r>
              <a:rPr lang="en-US" dirty="0"/>
              <a:t>; that is, if one thread writes to an atomic object while another thread reads from it, the behavior is well-defined.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AFC42-9AE2-A29C-37F9-CE7B70201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84" y="3044637"/>
            <a:ext cx="3306303" cy="3115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13C30A-CD79-93AC-137F-85A628157826}"/>
              </a:ext>
            </a:extLst>
          </p:cNvPr>
          <p:cNvSpPr txBox="1"/>
          <p:nvPr/>
        </p:nvSpPr>
        <p:spPr>
          <a:xfrm>
            <a:off x="4452456" y="2877788"/>
            <a:ext cx="6954155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When sum is incremented by one thread, the value will need to be read from memory, modified (incremented) and written back into memory. In other words, it’s a </a:t>
            </a:r>
            <a:r>
              <a:rPr lang="en-US" b="1" dirty="0"/>
              <a:t>read-modify-write</a:t>
            </a:r>
            <a:r>
              <a:rPr lang="en-US" dirty="0"/>
              <a:t> operation.</a:t>
            </a:r>
          </a:p>
          <a:p>
            <a:r>
              <a:rPr lang="en-US" dirty="0"/>
              <a:t>Without any synchronization, the two threads would read sum from memory as 0, increments, and write back 1 to memory. This means that whichever </a:t>
            </a:r>
            <a:r>
              <a:rPr lang="en-US" b="1" dirty="0"/>
              <a:t>thread writes first will get its result stomped </a:t>
            </a:r>
            <a:r>
              <a:rPr lang="en-US" dirty="0"/>
              <a:t>by the other thread.</a:t>
            </a:r>
          </a:p>
          <a:p>
            <a:r>
              <a:rPr lang="en-US" dirty="0"/>
              <a:t>This is known as a </a:t>
            </a:r>
            <a:r>
              <a:rPr lang="en-US" b="1" dirty="0"/>
              <a:t>data race</a:t>
            </a:r>
            <a:r>
              <a:rPr lang="en-US" dirty="0"/>
              <a:t>, which is </a:t>
            </a:r>
            <a:r>
              <a:rPr lang="en-US" b="1" dirty="0"/>
              <a:t>undefined behavior</a:t>
            </a:r>
          </a:p>
        </p:txBody>
      </p:sp>
    </p:spTree>
    <p:extLst>
      <p:ext uri="{BB962C8B-B14F-4D97-AF65-F5344CB8AC3E}">
        <p14:creationId xmlns:p14="http://schemas.microsoft.com/office/powerpoint/2010/main" val="1688101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2165133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Risks of Mutexes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EA393-2700-4F96-BD0E-514C42F54F03}"/>
              </a:ext>
            </a:extLst>
          </p:cNvPr>
          <p:cNvSpPr txBox="1"/>
          <p:nvPr/>
        </p:nvSpPr>
        <p:spPr>
          <a:xfrm>
            <a:off x="367862" y="483658"/>
            <a:ext cx="106574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Dead Lock</a:t>
            </a:r>
            <a:r>
              <a:rPr lang="en-US" dirty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dead lock is state in which – two threads blocked because thread is waiting for release of some resources with which other threads works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result of a deadlock is a total </a:t>
            </a:r>
            <a:r>
              <a:rPr lang="en-US" b="1" u="sng" dirty="0"/>
              <a:t>standstill</a:t>
            </a:r>
            <a:r>
              <a:rPr lang="en-US" dirty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Thread and usually the </a:t>
            </a:r>
            <a:r>
              <a:rPr lang="en-US" b="1" u="sng" dirty="0"/>
              <a:t>whole program is blocked</a:t>
            </a:r>
            <a:r>
              <a:rPr lang="en-US" dirty="0"/>
              <a:t> forever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above example, if getVar() function is caused exception then </a:t>
            </a:r>
            <a:r>
              <a:rPr lang="en-US" dirty="0" err="1"/>
              <a:t>m.unlock</a:t>
            </a:r>
            <a:r>
              <a:rPr lang="en-US" dirty="0"/>
              <a:t>() never invoked this leads to dead lock condition ..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Every attempt to ask for the mutex m will fail and the program will block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700BF6-F134-4E7D-994A-9FE208BC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8" y="1975945"/>
            <a:ext cx="2895600" cy="1371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84EFC7-B8B3-3AD9-3FA0-525580DC4BAE}"/>
              </a:ext>
            </a:extLst>
          </p:cNvPr>
          <p:cNvSpPr txBox="1"/>
          <p:nvPr/>
        </p:nvSpPr>
        <p:spPr>
          <a:xfrm>
            <a:off x="5521216" y="2200080"/>
            <a:ext cx="404516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The risk of this code is that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Helvetica Neue"/>
              </a:rPr>
              <a:t>m.unlock</a:t>
            </a:r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() never gets called if there is exception being caused by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Helvetica Neue"/>
              </a:rPr>
              <a:t>getVar</a:t>
            </a:r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() function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6D3EF6-3F24-9B88-0B3A-0D4749DA0FA5}"/>
              </a:ext>
            </a:extLst>
          </p:cNvPr>
          <p:cNvCxnSpPr>
            <a:endCxn id="2" idx="1"/>
          </p:cNvCxnSpPr>
          <p:nvPr/>
        </p:nvCxnSpPr>
        <p:spPr>
          <a:xfrm>
            <a:off x="4062248" y="2661745"/>
            <a:ext cx="14589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875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3499947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Risks of Mutexes continued ….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EA393-2700-4F96-BD0E-514C42F54F03}"/>
              </a:ext>
            </a:extLst>
          </p:cNvPr>
          <p:cNvSpPr txBox="1"/>
          <p:nvPr/>
        </p:nvSpPr>
        <p:spPr>
          <a:xfrm>
            <a:off x="-126124" y="452127"/>
            <a:ext cx="380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u="sng" dirty="0"/>
              <a:t>Lock mutexes in a different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AD6DA-6841-4A91-AC37-5E74AA0FC8B4}"/>
              </a:ext>
            </a:extLst>
          </p:cNvPr>
          <p:cNvSpPr txBox="1"/>
          <p:nvPr/>
        </p:nvSpPr>
        <p:spPr>
          <a:xfrm>
            <a:off x="357352" y="726957"/>
            <a:ext cx="108466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Thread 1 and Thread 2 need access to two resources in order to finish their work. Unfortunately, they ask for the resources which are protected by two mutexes in different order.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this case the thread executions will interleave in such a way that thread 1 gets mutex 1, then thread 2 gets mutex 2, and we have a standstill.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Each thread wants to get the other's mutex. For this, thread has to wait for the release of the resource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44444"/>
              </a:solidFill>
              <a:latin typeface="Helvetica Neue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Thread t1 and thread t2 call the function deadlock (line 12 - 20). To process deadlock, both functions need the  </a:t>
            </a:r>
            <a:r>
              <a:rPr lang="en-US" dirty="0" err="1"/>
              <a:t>CriticalData</a:t>
            </a:r>
            <a:r>
              <a:rPr lang="en-US" dirty="0"/>
              <a:t> c1 and c2 (line 27 and 28).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Because the objects c1 and c2 must be protected from shared access, they  have a mutex (to keep this example code short and simple </a:t>
            </a:r>
            <a:r>
              <a:rPr lang="en-US" dirty="0" err="1"/>
              <a:t>CriticalData</a:t>
            </a:r>
            <a:r>
              <a:rPr lang="en-US" dirty="0"/>
              <a:t> doesn't have any other methods or members apart from mutex)]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1C44B8-4137-4620-BDDD-338F5944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186152"/>
            <a:ext cx="4498099" cy="276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23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D7B1FC-D891-43C2-921A-2FF7F550ED12}"/>
              </a:ext>
            </a:extLst>
          </p:cNvPr>
          <p:cNvSpPr txBox="1">
            <a:spLocks/>
          </p:cNvSpPr>
          <p:nvPr/>
        </p:nvSpPr>
        <p:spPr>
          <a:xfrm>
            <a:off x="178674" y="0"/>
            <a:ext cx="3972911" cy="43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2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Guidelines for using types of 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EA393-2700-4F96-BD0E-514C42F54F03}"/>
              </a:ext>
            </a:extLst>
          </p:cNvPr>
          <p:cNvSpPr txBox="1"/>
          <p:nvPr/>
        </p:nvSpPr>
        <p:spPr>
          <a:xfrm>
            <a:off x="588579" y="431015"/>
            <a:ext cx="106574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u="sng" dirty="0"/>
              <a:t>lock() </a:t>
            </a:r>
            <a:r>
              <a:rPr lang="en-US" dirty="0"/>
              <a:t>and </a:t>
            </a:r>
            <a:r>
              <a:rPr lang="en-US" b="1" u="sng" dirty="0"/>
              <a:t>unlock() </a:t>
            </a:r>
            <a:r>
              <a:rPr lang="en-US" dirty="0"/>
              <a:t>way of locking code is major issues such as it can leads to </a:t>
            </a:r>
            <a:r>
              <a:rPr lang="en-US" b="1" u="sng" dirty="0"/>
              <a:t>dead_lock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lock_gaurd </a:t>
            </a:r>
            <a:r>
              <a:rPr lang="en-US" dirty="0"/>
              <a:t>helps in avoiding above problem where it is block-level locking mechanism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As soon as block execution is completed – the lock is removed automatically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u="sng" dirty="0"/>
              <a:t>lock_gaurd </a:t>
            </a:r>
            <a:r>
              <a:rPr lang="en-US" dirty="0"/>
              <a:t>lifetime ends when it leaves the critical section. Exactly at that time point, the destructor of </a:t>
            </a:r>
            <a:r>
              <a:rPr lang="en-US" b="1" u="sng" dirty="0"/>
              <a:t>std::lock_guard </a:t>
            </a:r>
            <a:r>
              <a:rPr lang="en-US" dirty="0"/>
              <a:t>is called and the mutex is released.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Even if exception is thrown since lock is block level hence </a:t>
            </a:r>
            <a:r>
              <a:rPr lang="en-US" b="1" u="sng" dirty="0"/>
              <a:t>dead lock </a:t>
            </a:r>
            <a:r>
              <a:rPr lang="en-US" dirty="0"/>
              <a:t>will not happen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CD59C-5053-4DF6-A1AE-A14460EBB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1" y="862030"/>
            <a:ext cx="3009900" cy="12287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35400B-805A-4324-BC3F-BB5F8AFB23D3}"/>
              </a:ext>
            </a:extLst>
          </p:cNvPr>
          <p:cNvSpPr txBox="1"/>
          <p:nvPr/>
        </p:nvSpPr>
        <p:spPr>
          <a:xfrm>
            <a:off x="4313183" y="862030"/>
            <a:ext cx="4045167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The code is simple but prone to deadlocks. Deadlock appears if the critical section throws an exception or if the programmer simply forgets to unlock the mutex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672EC-347B-42D9-A4AD-B0EF9FD4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38" y="3088860"/>
            <a:ext cx="4424855" cy="15056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660366-2E5B-4FB5-8142-025F438002F7}"/>
              </a:ext>
            </a:extLst>
          </p:cNvPr>
          <p:cNvSpPr txBox="1"/>
          <p:nvPr/>
        </p:nvSpPr>
        <p:spPr>
          <a:xfrm>
            <a:off x="5474576" y="3518497"/>
            <a:ext cx="404516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The lifetime of </a:t>
            </a:r>
            <a:r>
              <a:rPr lang="en-US" b="0" i="0" dirty="0">
                <a:solidFill>
                  <a:srgbClr val="444444"/>
                </a:solidFill>
                <a:effectLst/>
                <a:latin typeface="courier new" panose="02070309020205020404" pitchFamily="49" charset="0"/>
              </a:rPr>
              <a:t>std::lock_guard</a:t>
            </a:r>
            <a:r>
              <a:rPr lang="en-US" b="0" i="0" dirty="0">
                <a:solidFill>
                  <a:srgbClr val="444444"/>
                </a:solidFill>
                <a:effectLst/>
                <a:latin typeface="Helvetica Neue"/>
              </a:rPr>
              <a:t> is limited by the 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17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4648232" cy="431015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Common problems with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3581" y="662912"/>
            <a:ext cx="51813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“</a:t>
            </a:r>
            <a:r>
              <a:rPr lang="en-US" sz="2000" b="1" u="sng" dirty="0"/>
              <a:t>Data Race</a:t>
            </a:r>
            <a:r>
              <a:rPr lang="en-US" sz="2000" dirty="0"/>
              <a:t>” is common problem observed in multithreading – Data Race occurs when two or more threads access the </a:t>
            </a:r>
            <a:r>
              <a:rPr lang="en-US" sz="2000" b="1" u="sng" dirty="0"/>
              <a:t>same memory </a:t>
            </a:r>
            <a:r>
              <a:rPr lang="en-US" sz="2000" dirty="0"/>
              <a:t>or variable at same time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“</a:t>
            </a:r>
            <a:r>
              <a:rPr lang="en-US" sz="2000" b="1" u="sng" dirty="0"/>
              <a:t>Data Race</a:t>
            </a:r>
            <a:r>
              <a:rPr lang="en-US" sz="2000" dirty="0"/>
              <a:t>” can introduce </a:t>
            </a:r>
            <a:r>
              <a:rPr lang="en-US" sz="2000" b="1" u="sng" dirty="0"/>
              <a:t>Undefined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3B1BD-84EC-4501-B9EC-67D1F5837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89" y="2790704"/>
            <a:ext cx="4668957" cy="38042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B73924-51D3-AA25-8A71-5E44AB66D885}"/>
              </a:ext>
            </a:extLst>
          </p:cNvPr>
          <p:cNvCxnSpPr>
            <a:cxnSpLocks/>
          </p:cNvCxnSpPr>
          <p:nvPr/>
        </p:nvCxnSpPr>
        <p:spPr>
          <a:xfrm>
            <a:off x="6081622" y="795300"/>
            <a:ext cx="0" cy="5847040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57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4648232" cy="431015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Common problems with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3580" y="662912"/>
            <a:ext cx="10994833" cy="5940088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sz="2000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Livelock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a situation where a request for an </a:t>
            </a:r>
            <a:r>
              <a:rPr lang="en-US" sz="2000" b="1" i="0" u="sng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exclusive lock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is denied repeatedly, as many overlapping shared locks keep on interfering each other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D3748"/>
                </a:solidFill>
                <a:effectLst/>
                <a:latin typeface="-apple-system"/>
              </a:rPr>
              <a:t>When all the threads in a program executed on an object with zero parameters.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2D3748"/>
                </a:solidFill>
                <a:effectLst/>
                <a:latin typeface="-apple-system"/>
              </a:rPr>
              <a:t>The program is live-locked and never processed until one or more threads call </a:t>
            </a:r>
            <a:r>
              <a:rPr lang="en-US" sz="2000" b="1" i="0" u="sng" dirty="0">
                <a:solidFill>
                  <a:srgbClr val="2D3748"/>
                </a:solidFill>
                <a:effectLst/>
                <a:latin typeface="-apple-system"/>
              </a:rPr>
              <a:t>Object.notify () </a:t>
            </a:r>
            <a:r>
              <a:rPr lang="en-US" sz="2000" b="0" i="0" dirty="0">
                <a:solidFill>
                  <a:srgbClr val="2D3748"/>
                </a:solidFill>
                <a:effectLst/>
                <a:latin typeface="-apple-system"/>
              </a:rPr>
              <a:t>or </a:t>
            </a:r>
            <a:r>
              <a:rPr lang="en-US" sz="2000" b="1" i="0" u="sng" dirty="0" err="1">
                <a:solidFill>
                  <a:srgbClr val="2D3748"/>
                </a:solidFill>
                <a:effectLst/>
                <a:latin typeface="-apple-system"/>
              </a:rPr>
              <a:t>Object.notifyAll</a:t>
            </a:r>
            <a:r>
              <a:rPr lang="en-US" sz="2000" b="1" i="0" u="sng" dirty="0">
                <a:solidFill>
                  <a:srgbClr val="2D3748"/>
                </a:solidFill>
                <a:effectLst/>
                <a:latin typeface="-apple-system"/>
              </a:rPr>
              <a:t>() </a:t>
            </a:r>
            <a:r>
              <a:rPr lang="en-US" sz="2000" b="0" i="0" dirty="0">
                <a:solidFill>
                  <a:srgbClr val="2D3748"/>
                </a:solidFill>
                <a:effectLst/>
                <a:latin typeface="-apple-system"/>
              </a:rPr>
              <a:t>on the relevant objects.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0" i="0" dirty="0" err="1">
                <a:solidFill>
                  <a:srgbClr val="2D3748"/>
                </a:solidFill>
                <a:effectLst/>
                <a:latin typeface="-apple-system"/>
              </a:rPr>
              <a:t>Livelock</a:t>
            </a:r>
            <a:r>
              <a:rPr lang="en-US" sz="2000" b="0" i="0" dirty="0">
                <a:solidFill>
                  <a:srgbClr val="2D3748"/>
                </a:solidFill>
                <a:effectLst/>
                <a:latin typeface="-apple-system"/>
              </a:rPr>
              <a:t> also happens when all the threads in a program are stuck in </a:t>
            </a:r>
            <a:r>
              <a:rPr lang="en-US" sz="2000" b="1" i="0" u="sng" dirty="0">
                <a:solidFill>
                  <a:srgbClr val="2D3748"/>
                </a:solidFill>
                <a:effectLst/>
                <a:latin typeface="-apple-system"/>
              </a:rPr>
              <a:t>infinite loops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u="sng" dirty="0"/>
          </a:p>
        </p:txBody>
      </p:sp>
      <p:pic>
        <p:nvPicPr>
          <p:cNvPr id="1026" name="Picture 2" descr="Livelock">
            <a:extLst>
              <a:ext uri="{FF2B5EF4-FFF2-40B4-BE49-F238E27FC236}">
                <a16:creationId xmlns:a16="http://schemas.microsoft.com/office/drawing/2014/main" id="{B4D0D98A-1DE0-54AD-AB9F-0E4F752EC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40" y="2693252"/>
            <a:ext cx="2968832" cy="350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D0B87B-B1E1-3C55-57CC-BFB3ED6FAD60}"/>
              </a:ext>
            </a:extLst>
          </p:cNvPr>
          <p:cNvSpPr txBox="1"/>
          <p:nvPr/>
        </p:nvSpPr>
        <p:spPr>
          <a:xfrm>
            <a:off x="4238834" y="2556234"/>
            <a:ext cx="7199586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Both “process 1” and “process 2” need a common resource.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Each process checks whether the other process is in an active state.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If so, then it hands over the resource to the other process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However, as both, the process is inactive status, both kept on handing over the resource to each other indefinitely.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8C81C-BB18-0EE3-6012-61E79DB1D0C5}"/>
              </a:ext>
            </a:extLst>
          </p:cNvPr>
          <p:cNvSpPr txBox="1"/>
          <p:nvPr/>
        </p:nvSpPr>
        <p:spPr>
          <a:xfrm>
            <a:off x="4238834" y="4549274"/>
            <a:ext cx="7199586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A real-world example of </a:t>
            </a:r>
            <a:r>
              <a:rPr lang="en-US" sz="2000" dirty="0" err="1">
                <a:solidFill>
                  <a:srgbClr val="2D3748"/>
                </a:solidFill>
                <a:latin typeface="-apple-system"/>
              </a:rPr>
              <a:t>livelock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occurs when two people make a telephone call to each other and both find the line is busy.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Both gentlemen decide to hang up and attempt to call after the same time interval.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Thus, in the next retry too, they ended up in the same situation. This is an example of a live lock as this can go on forever.</a:t>
            </a:r>
          </a:p>
        </p:txBody>
      </p:sp>
    </p:spTree>
    <p:extLst>
      <p:ext uri="{BB962C8B-B14F-4D97-AF65-F5344CB8AC3E}">
        <p14:creationId xmlns:p14="http://schemas.microsoft.com/office/powerpoint/2010/main" val="17161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6403460" cy="431015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Common problems with Multithreading Continued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78372-337C-8A56-6D2A-307E29B736E6}"/>
              </a:ext>
            </a:extLst>
          </p:cNvPr>
          <p:cNvSpPr txBox="1"/>
          <p:nvPr/>
        </p:nvSpPr>
        <p:spPr>
          <a:xfrm>
            <a:off x="501332" y="807428"/>
            <a:ext cx="10994833" cy="3785652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A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deadlock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is a situation that occurs when processes block each other with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resource acquisition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and makes no further progress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In a deadlock, processes involved in a deadlock are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stuck indefinitely 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and do not make any state change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</p:txBody>
      </p:sp>
      <p:pic>
        <p:nvPicPr>
          <p:cNvPr id="2050" name="Picture 2" descr="A deadlock-detecting mutex | /* Insert Code Here */">
            <a:extLst>
              <a:ext uri="{FF2B5EF4-FFF2-40B4-BE49-F238E27FC236}">
                <a16:creationId xmlns:a16="http://schemas.microsoft.com/office/drawing/2014/main" id="{ED44DC53-73FE-510A-7171-496A70D6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9" y="2218359"/>
            <a:ext cx="3310407" cy="224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9812F-CFF0-8B2A-AD12-8A63D530827E}"/>
              </a:ext>
            </a:extLst>
          </p:cNvPr>
          <p:cNvSpPr txBox="1"/>
          <p:nvPr/>
        </p:nvSpPr>
        <p:spPr>
          <a:xfrm>
            <a:off x="4296579" y="2373132"/>
            <a:ext cx="7064752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T1 is blocked for Resource R2 which is owned by T2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T2 is blocked for Resource R1 which is owned by T1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Because of this condition neither of tasks/threads gets </a:t>
            </a:r>
            <a:r>
              <a:rPr lang="en-US" sz="2000" dirty="0">
                <a:solidFill>
                  <a:srgbClr val="2D3748"/>
                </a:solidFill>
                <a:latin typeface="Aharoni" panose="020B0604020202020204" pitchFamily="2" charset="-79"/>
                <a:cs typeface="Aharoni" panose="020B0604020202020204" pitchFamily="2" charset="-79"/>
              </a:rPr>
              <a:t>executed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This condition is called – “</a:t>
            </a:r>
            <a:r>
              <a:rPr lang="en-US" sz="2000" dirty="0" err="1">
                <a:solidFill>
                  <a:srgbClr val="2D3748"/>
                </a:solidFill>
                <a:latin typeface="-apple-system"/>
              </a:rPr>
              <a:t>DeadLock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78C47-4EBB-3CF7-4E37-082BAFB8DE3A}"/>
              </a:ext>
            </a:extLst>
          </p:cNvPr>
          <p:cNvSpPr txBox="1"/>
          <p:nvPr/>
        </p:nvSpPr>
        <p:spPr>
          <a:xfrm>
            <a:off x="501332" y="4706445"/>
            <a:ext cx="10994832" cy="1323439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rgbClr val="2D3748"/>
                </a:solidFill>
                <a:latin typeface="-apple-system"/>
              </a:defRPr>
            </a:lvl1pPr>
          </a:lstStyle>
          <a:p>
            <a:r>
              <a:rPr lang="en-US" b="1" u="sng" dirty="0"/>
              <a:t>Deadlock, and Live locks are not the same</a:t>
            </a:r>
            <a:r>
              <a:rPr lang="en-US" dirty="0"/>
              <a:t>. In a deadlock, processes involved in a deadlock are </a:t>
            </a:r>
            <a:r>
              <a:rPr lang="en-US" b="1" u="sng" dirty="0"/>
              <a:t>stuck indefinitely</a:t>
            </a:r>
            <a:r>
              <a:rPr lang="en-US" dirty="0"/>
              <a:t> and do not make any state change. However, in a </a:t>
            </a:r>
            <a:r>
              <a:rPr lang="en-US" b="1" u="sng" dirty="0"/>
              <a:t>live lock </a:t>
            </a:r>
            <a:r>
              <a:rPr lang="en-US" dirty="0"/>
              <a:t>scenario, processes block each other and </a:t>
            </a:r>
            <a:r>
              <a:rPr lang="en-US" b="1" u="sng" dirty="0"/>
              <a:t>wait indefinitely </a:t>
            </a:r>
            <a:r>
              <a:rPr lang="en-US" dirty="0"/>
              <a:t>but they change their resource state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352353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1" y="263048"/>
            <a:ext cx="6403460" cy="431015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Common problems with Multithreading Continued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2012E-6925-8D70-C925-A3D6F4EC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34" y="694064"/>
            <a:ext cx="4129252" cy="3814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C8FCDA-FA6B-3712-4968-F5AC9AA3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34" y="4508282"/>
            <a:ext cx="4129253" cy="22498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8769F6-E297-F48E-97D2-5CE5152B9B8B}"/>
              </a:ext>
            </a:extLst>
          </p:cNvPr>
          <p:cNvSpPr txBox="1"/>
          <p:nvPr/>
        </p:nvSpPr>
        <p:spPr>
          <a:xfrm>
            <a:off x="5224732" y="848780"/>
            <a:ext cx="5602014" cy="132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D3748"/>
                </a:solidFill>
                <a:latin typeface="-apple-system"/>
              </a:rPr>
              <a:t>If thread A is executing and isn’t holding mutex lock 1 yet and thread B acquires mutex lock 2, neither of the threads can continue past the second lock acquisition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3225-7088-2E9B-50ED-BCAF1C0852EC}"/>
              </a:ext>
            </a:extLst>
          </p:cNvPr>
          <p:cNvSpPr txBox="1"/>
          <p:nvPr/>
        </p:nvSpPr>
        <p:spPr>
          <a:xfrm>
            <a:off x="5224732" y="2300777"/>
            <a:ext cx="5547374" cy="276999"/>
          </a:xfrm>
          <a:prstGeom prst="rect">
            <a:avLst/>
          </a:prstGeom>
          <a:ln w="9525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u="none"/>
            </a:lvl1pPr>
          </a:lstStyle>
          <a:p>
            <a:r>
              <a:rPr lang="en-US" dirty="0">
                <a:hlinkClick r:id="rId4"/>
              </a:rPr>
              <a:t>Multithreading/Multithreading_deadlock.cpp at main · </a:t>
            </a:r>
            <a:r>
              <a:rPr lang="en-US" dirty="0" err="1">
                <a:hlinkClick r:id="rId4"/>
              </a:rPr>
              <a:t>shidlingayya</a:t>
            </a:r>
            <a:r>
              <a:rPr lang="en-US" dirty="0">
                <a:hlinkClick r:id="rId4"/>
              </a:rPr>
              <a:t>/Multithreading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498132-546E-891A-2ED7-A66C49C15B31}"/>
              </a:ext>
            </a:extLst>
          </p:cNvPr>
          <p:cNvCxnSpPr>
            <a:cxnSpLocks/>
          </p:cNvCxnSpPr>
          <p:nvPr/>
        </p:nvCxnSpPr>
        <p:spPr>
          <a:xfrm>
            <a:off x="5046452" y="694063"/>
            <a:ext cx="0" cy="6064089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74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160" y="263048"/>
            <a:ext cx="6308867" cy="431015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Common problems with Multithreading continued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78372-337C-8A56-6D2A-307E29B736E6}"/>
              </a:ext>
            </a:extLst>
          </p:cNvPr>
          <p:cNvSpPr txBox="1"/>
          <p:nvPr/>
        </p:nvSpPr>
        <p:spPr>
          <a:xfrm>
            <a:off x="501332" y="807428"/>
            <a:ext cx="10994833" cy="5632311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Starvation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is an outcome of a process that is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unable to gain regular access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to the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shared resources 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it requires to complete a task and thus, unable to make any progress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Starvation can occur due to Deadlock, </a:t>
            </a:r>
            <a:r>
              <a:rPr lang="en-US" sz="2000" dirty="0" err="1">
                <a:solidFill>
                  <a:srgbClr val="2D3748"/>
                </a:solidFill>
                <a:latin typeface="-apple-system"/>
              </a:rPr>
              <a:t>Livelock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, or caused by another process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endParaRPr lang="en-US" sz="2000" dirty="0">
              <a:solidFill>
                <a:srgbClr val="2D3748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One of the possible solutions to prevent starvation is to use a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resource scheduling algorithm 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with a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priority queue 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that also uses the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aging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technique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Aging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 is a technique that </a:t>
            </a:r>
            <a:r>
              <a:rPr lang="en-US" sz="2000" b="1" u="sng" dirty="0">
                <a:solidFill>
                  <a:srgbClr val="2D3748"/>
                </a:solidFill>
                <a:latin typeface="-apple-system"/>
              </a:rPr>
              <a:t>periodically increases the priority of a waiting process</a:t>
            </a:r>
            <a:r>
              <a:rPr lang="en-US" sz="2000" dirty="0">
                <a:solidFill>
                  <a:srgbClr val="2D3748"/>
                </a:solidFill>
                <a:latin typeface="-apple-system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D3748"/>
                </a:solidFill>
                <a:latin typeface="-apple-system"/>
              </a:rPr>
              <a:t>With this approach, any process waiting for a resource for a longer duration eventually gains a higher priority. And as the resource sharing is driven through the priority of the process, no process starves for a resource indefinitely.</a:t>
            </a:r>
          </a:p>
        </p:txBody>
      </p:sp>
      <p:pic>
        <p:nvPicPr>
          <p:cNvPr id="3074" name="Picture 2" descr="Starvation">
            <a:extLst>
              <a:ext uri="{FF2B5EF4-FFF2-40B4-BE49-F238E27FC236}">
                <a16:creationId xmlns:a16="http://schemas.microsoft.com/office/drawing/2014/main" id="{21DE6E7F-ECD7-13A8-956A-F3DA4B6F6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41" y="1859468"/>
            <a:ext cx="6285187" cy="259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8A68F9-6058-734F-EC9D-8EC250765AC1}"/>
              </a:ext>
            </a:extLst>
          </p:cNvPr>
          <p:cNvSpPr txBox="1"/>
          <p:nvPr/>
        </p:nvSpPr>
        <p:spPr>
          <a:xfrm>
            <a:off x="7378768" y="2496207"/>
            <a:ext cx="3980257" cy="132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D3748"/>
                </a:solidFill>
                <a:latin typeface="-apple-system"/>
              </a:rPr>
              <a:t>The above figure shows an example of starvation of “process 2” and “process 3” for the CPU as “process 1” is occupying it for a long duration</a:t>
            </a:r>
          </a:p>
        </p:txBody>
      </p:sp>
    </p:spTree>
    <p:extLst>
      <p:ext uri="{BB962C8B-B14F-4D97-AF65-F5344CB8AC3E}">
        <p14:creationId xmlns:p14="http://schemas.microsoft.com/office/powerpoint/2010/main" val="232694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2755</TotalTime>
  <Words>4289</Words>
  <Application>Microsoft Office PowerPoint</Application>
  <PresentationFormat>Widescreen</PresentationFormat>
  <Paragraphs>437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Aharoni</vt:lpstr>
      <vt:lpstr>-apple-system</vt:lpstr>
      <vt:lpstr>Arial</vt:lpstr>
      <vt:lpstr>Calibri</vt:lpstr>
      <vt:lpstr>Calibri Light</vt:lpstr>
      <vt:lpstr>courier new</vt:lpstr>
      <vt:lpstr>DejaVu Sans</vt:lpstr>
      <vt:lpstr>DejaVuSans</vt:lpstr>
      <vt:lpstr>Helvetica Neue</vt:lpstr>
      <vt:lpstr>Open Sans</vt:lpstr>
      <vt:lpstr>roboto</vt:lpstr>
      <vt:lpstr>Source Sans Pro</vt:lpstr>
      <vt:lpstr>Wingdings</vt:lpstr>
      <vt:lpstr>Office Theme</vt:lpstr>
      <vt:lpstr>Multithreading in C++</vt:lpstr>
      <vt:lpstr>Multithreading continued …</vt:lpstr>
      <vt:lpstr>History of Multithreading in c++</vt:lpstr>
      <vt:lpstr>Using Function pointer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problems with Multithreading</vt:lpstr>
      <vt:lpstr>Common problems with Multithreading</vt:lpstr>
      <vt:lpstr>Common problems with Multithreading Continued …</vt:lpstr>
      <vt:lpstr>Common problems with Multithreading Continued …</vt:lpstr>
      <vt:lpstr>Common problems with Multithreading continued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Pointers</dc:title>
  <dc:creator>Gorlekoppa, Shidlingayya</dc:creator>
  <cp:lastModifiedBy>Gorlekoppa, Shidlingayya</cp:lastModifiedBy>
  <cp:revision>338</cp:revision>
  <dcterms:created xsi:type="dcterms:W3CDTF">2019-02-04T09:19:35Z</dcterms:created>
  <dcterms:modified xsi:type="dcterms:W3CDTF">2025-11-24T11:04:44Z</dcterms:modified>
</cp:coreProperties>
</file>